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7"/>
    <p:sldId id="267" r:id="rId18"/>
    <p:sldId id="268" r:id="rId19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9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94960"/>
            <a:ext cx="1216152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MBC 미디어캠퍼스 · AI 기반 데이터 저널리스트 양성 과정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협업 뉴스 영상 제작 및 자동화 (1/4)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영상문법·AI 프롬프트·도메인별 영상 3편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26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단원(5~8주)의 첫 주차 — 4주차 대본을 뉴스·브랜드·트렌드 영상 3편으로 완성합니다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협업 뉴스 영상 제작 및 자동화  영상문법(8h)+프롬프트(8h)+AI 소스 생성·Premiere 조립(16h)+현장탐방(8h)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이번 주 학습 목표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영상문법 이해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샷 사이즈·앵글·편집 문법 등 영상의 기본 어휘를 익힌다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프롬프트 구조 이해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영상문법 용어를 AI 이미지·영상 생성 프롬프트로 변환하는 원리를 익힌다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7532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도메인별 영상 3편 만들기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대본(뉴스·브랜드·트렌드)을 AI 소스와 Premiere 조립으로 규격에 맞는 영상 3편으로 완성한다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단원 로드맵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5~8주차 — AI 협업 뉴스 영상 제작 및 자동화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286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(이번 주)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영상문법·영상 3편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대본을 도메인별 영상 3편으로 첫 완성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3063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74720" y="210312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2286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6주차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Premiere 편집실무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가편집·컷편집·색보정·사운드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3063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0" y="210312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2286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7주차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모션그래픽·그래픽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Effects·Photoshop으로 자막·CG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3063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326880" y="210312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64040" y="2286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8주차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46404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본편집·프로젝트1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46404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리포트 영상 준비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 40시간 구성: 영상문법(8h) + 프롬프트(8h) + AI 소스 생성·Premiere 조립 실습(16h) + 현장탐방(8h, MBC 뉴스데스크)  ·  Premiere는 5주차 첫 조립 후 6주차부터 프로젝트마다 반복해 익힙니다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영상문법인가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AI에게 시킬 때도 ‘언어’가 필요하다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3474720"/>
          </a:xfrm>
          <a:prstGeom prst="roundRect">
            <a:avLst>
              <a:gd name="adj" fmla="val 1842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막연한 지시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“연구소 장면 만들어줘”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6616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AI가 임의로 구도·거리·각도를 정함 — 매번 다른 결과, 원하는 그림이 안 나옴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920240"/>
            <a:ext cx="5257800" cy="3474720"/>
          </a:xfrm>
          <a:prstGeom prst="roundRect">
            <a:avLst>
              <a:gd name="adj" fmla="val 184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21488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영상문법으로 지시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74320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“연구원이 시험관을 들여다보는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미디엄 샷, 로우앵글, 실내조명”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388620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피사체·거리·각도·조명이 구체적으로 정해짐 — 의도한 그림에 훨씬 가까운 결과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영상문법 · 샷 사이즈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샷 사이즈 — 피사체와의 거리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3566160"/>
          </a:xfrm>
          <a:prstGeom prst="roundRect">
            <a:avLst>
              <a:gd name="adj" fmla="val 179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와이드샷</a:t>
            </a:r>
            <a:endParaRPr lang="en-US" sz="17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(Wide Shot)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배경과 상황을 한눈에 — 장소·상황 설명용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297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스킨큐어 제주 농장 전경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66160" cy="3566160"/>
          </a:xfrm>
          <a:prstGeom prst="roundRect">
            <a:avLst>
              <a:gd name="adj" fmla="val 179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92024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194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미디엄샷</a:t>
            </a:r>
            <a:endParaRPr lang="en-US" sz="17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(Medium Shot)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0175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인물의 허리~가슴 위 — 행동과 표정을 함께 전달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4297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연구원이 실험하는 모습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566160" cy="3566160"/>
          </a:xfrm>
          <a:prstGeom prst="roundRect">
            <a:avLst>
              <a:gd name="adj" fmla="val 179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92024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2194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클로즈업</a:t>
            </a:r>
            <a:endParaRPr lang="en-US" sz="17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(Close-up)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0175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얼굴이나 사물의 디테일 — 감정·질감 강조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297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제품 텍스처, 성분 클로즈업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영상문법 · 앵글과 무브먼트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카메라 앵글 &amp; 무브먼트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881360" cy="7772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하이앵글 (High Angle)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87452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위에서 아래로 내려다보는 시점 — 작고 약해 보이게 함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697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로우앵글 (Low Angle)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69748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아래에서 위로 올려다보는 시점 — 강하고 권위 있게 보이게 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0881360" cy="7772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5204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아이레벨 (Eye Level)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352044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눈높이 시점 — 가장 자연스럽고 객관적인 느낌, 뉴스에서 기본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3434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팬(Pan) / 틸트(Tilt)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434340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카메라를 좌우/상하로 회전 — 넓은 공간이나 높이감을 보여줌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0881360" cy="7772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1663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줌인/줌아웃 (Zoom)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51663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렌즈로 확대/축소 — 특정 디테일에 집중시키거나 전체 맥락을 보여줌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영상문법 · 편집과 뉴스 화면 구성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편집 문법 &amp; 뉴스 영상의 화면 구성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3566160"/>
          </a:xfrm>
          <a:prstGeom prst="roundRect">
            <a:avLst>
              <a:gd name="adj" fmla="val 153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편집 문법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컷(Cut): 장면을 즉시 전환 — 가장 기본적인 전환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몽타주: 여러 장면을 빠르게 이어 붙여 시간 경과·과정을 압축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348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인서트샷: 본 장면 사이에 세부 장면을 끼워 넣어 정보 보강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920240"/>
            <a:ext cx="5349240" cy="3566160"/>
          </a:xfrm>
          <a:prstGeom prst="roundRect">
            <a:avLst>
              <a:gd name="adj" fmla="val 153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21488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뉴스 화면 구성 (4주차 대본 표기와 연결)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7889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[CG]: 그래픽으로 수치·통계를 화면에 띄움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6118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[자료화면]: 관련 영상·사진 자료 삽입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4348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[스탠드업]: 기자가 현장에서 얼굴을 비추고 말함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4주차에서 대본에 이미 [CG]·[자료화면]·[스탠드업]을 표기해왔습니다 — 이번 주에는 이 표기 하나하나를 실제 이미지·영상으로 만들고, 영상 3편으로 조립합니다.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· 구조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이미지·영상 생성 프롬프트의 구조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2029968" cy="155448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22860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피사체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83464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무엇을/누구를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487168" y="25603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06624" y="2103120"/>
            <a:ext cx="2029968" cy="1554480"/>
          </a:xfrm>
          <a:prstGeom prst="roundRect">
            <a:avLst>
              <a:gd name="adj" fmla="val 3529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43784" y="22860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샷 사이즈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43784" y="283464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와이드/미디엄/클로즈업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736592" y="25603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956048" y="2103120"/>
            <a:ext cx="2029968" cy="155448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93208" y="22860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앵글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93208" y="283464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하이/로우/아이레벨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986016" y="25603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05472" y="2103120"/>
            <a:ext cx="2029968" cy="1554480"/>
          </a:xfrm>
          <a:prstGeom prst="roundRect">
            <a:avLst>
              <a:gd name="adj" fmla="val 3529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42632" y="22860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조명·분위기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42632" y="283464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자연광/스튜디오/따뜻한톤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5603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454896" y="2103120"/>
            <a:ext cx="2029968" cy="155448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92056" y="22860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 스타일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592056" y="283464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실사/일러스트/시네마틱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 예시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6177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“연구원이 실험실에서 시험관을 들여다보는 모습, 미디엄 샷, 아이레벨, 밝은 실내조명, 사실적인 다큐멘터리 스타일”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· 변환 실습 예시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대본 한 구간을 프롬프트로 바꿔보면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대본 원문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[CG: 완두콩 줄기세포 보호 성분 연구 과정]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영상문법으로 구체화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11064240" cy="210312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프롬프트로 완성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1605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“연구원의 손이 완두콩에서 추출한 시료를 현미경 아래 놓는 모습, 클로즈업, 하이앵글, 실험실 조명, 사실적인 과학 다큐멘터리 스타일, 배경은 흐리게 처리”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9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 실습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 대본 3편을 규격에 맞는 영상으로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A. 영상문법 용어 익히기 퀴즈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B. 도메인별 대본(뉴스·브랜드·트렌드)에서 화면 지시 구간을 골라 AI 생성 프롬프트로 변환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C. Premiere로 영상 3편을 조립하고 규격 점검표로 확인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1064240" cy="182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현장탐방 안내 (8h)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MBC 뉴스데스크 견학 — 이번 주 배운 영상문법이 실제 방송 현장에서 어떻게 쓰이는지 직접 확인합니다. 일정·장소는 별도 공지됩니다.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주 예고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074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6주차 — AI 협업 뉴스 영상 제작 및 자동화 (2/4): Premiere 편집실무, 5주차 영상 3편을 가편집·본편집으로 다듬기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[MBC 미디어캠퍼스] AI 기반 데이터 저널리스트 양성 과정 · 5주차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제작 · 도메인별 규격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같은 소재, 세 가지 규격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3566160"/>
          </a:xfrm>
          <a:prstGeom prst="roundRect">
            <a:avLst>
              <a:gd name="adj" fmla="val 179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뉴스 · 2분</a:t>
            </a:r>
            <a:endParaRPr lang="en-US" sz="17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16:9 (1920×1080)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방송·유튜브 가로 영상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앵커멘트 → 리포트 → 클로징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자막은 하단 안전영역, 출처 표기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297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플랫폼: 방송, 유튜브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66160" cy="3566160"/>
          </a:xfrm>
          <a:prstGeom prst="roundRect">
            <a:avLst>
              <a:gd name="adj" fmla="val 179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92024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194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브랜드 · 1분</a:t>
            </a:r>
            <a:endParaRPr lang="en-US" sz="17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1:1 (1080×1080)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0175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광고형: 훅 → 소구점 → 근거 → 행동 유도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자막은 중앙에 크고 짧게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 컷에 행동 유도 문구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4297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플랫폼: 인스타 피드, 광고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566160" cy="3566160"/>
          </a:xfrm>
          <a:prstGeom prst="roundRect">
            <a:avLst>
              <a:gd name="adj" fmla="val 179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92024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2194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트렌드 · 30초</a:t>
            </a:r>
            <a:endParaRPr lang="en-US" sz="17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9:16 (1080×1920)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0175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 3초에 시선 잡기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구어체 자막, 컷은 짧게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상·하단 UI 영역을 피해 자막 배치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297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플랫폼: 쇼츠, 릴스, 틱톡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90" name="Note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규격이 바뀌면 구성, 자막 위치, 컷 길이가 달라집니다. 화면비는 AI 생성 단계와 Premiere 시퀀스 설정에서 처음부터 맞춰 둡니다.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제작 · 도메인별 구성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도메인별 구성 요령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881360" cy="7772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(2분)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87452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앵커멘트 → 본문(자료화면·CG) → 클로징. 팩트 중심, 출처는 자막으로 표기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697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(1분, 광고형)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69748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훅 → 소구점 하나 → 근거 → 행동 유도. 자료에 없는 효능·수치는 넣지 않음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0881360" cy="7772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5204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트렌드 (30초)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352044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 3초 후킹 → 핵심 3컷 → 마무리 한 줄. 인기·순위를 단정하지 않음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3434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컷 길이 감각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434340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3~5초, 브랜드 2~4초, 트렌드 1~2초 — 짧을수록 템포가 빠르다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0881360" cy="7772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1663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주의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51663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실존 인물·브랜드 로고 생성 금지, AI 생성물 표기 (1주차 저작권·표시광고 기준)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제작 · 흐름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대본에서 완성본까지 — 영상 3편 공통 흐름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286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대본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도메인별 대본 3편 (뉴스 2분, 브랜드 1분, 트렌드 30초)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3063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74720" y="210312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2286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프롬프트·AI 소스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지시를 프롬프트로 바꿔 화면비에 맞는 이미지·영상 생성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3063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0" y="210312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2286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Premiere 조립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화면비별 시퀀스 설정, 컷 배열, 내레이션, 기본 자막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3063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326880" y="210312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64040" y="2286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46404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내보내기·점검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46404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규격 점검표로 확인 후 MP4 출력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목표는 3편 모두 끝까지 완성해 보는 것입니다. 컷 다듬기, 색보정, 사운드 정리는 6주차 Premiere 실습에서 이어갑니다.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2026-09-15T07:57:08Z</dcterms:created>
  <dcterms:modified xsi:type="dcterms:W3CDTF">2026-09-15T07:57:08Z</dcterms:modified>
</cp:coreProperties>
</file>