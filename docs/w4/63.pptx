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18"/>
    <p:sldId id="268" r:id="rId19"/>
    <p:sldId id="269" r:id="rId20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615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 미디어캠퍼스 · AI 기반 데이터 저널리스트 양성 과정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도메인에 맞는 뉴스 세팅하기 (3/3)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아이템 선정 → 수집·정제 → 대본 3편 · 검수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단원(2~4주, 120시간)의 마지막 주차 — 내 아이템으로 대본 3편을 완성해 5주차로 넘어갑니다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도메인에 맞는 뉴스 세팅하기  120h 중 3/3(40h) — 이 단원 완료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주 학습 목표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 선정과 기획서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소재를 정해 뉴스·브랜드·트렌드 도메인별 기획서(What·Why·How)를 쓴다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수집·정제·파인튜닝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방법으로 자료를 모으고 정제한 뒤, 챗봇을 파인튜닝해 도메인별 스크립트 3편을 만든다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검수로 대본 3편 확정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기준으로 검수하고 출처와 함께, 5주차 영상 제작에 쓸 최종 대본을 확정한다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단원 복습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2주차부터 이번 주까지 — 120시간의 여정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2103120"/>
            <a:ext cx="3108960" cy="2286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개념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확장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로봇저널리즘 원리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937760" y="2103120"/>
            <a:ext cx="3108960" cy="2286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수집(IMPORTXML)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정제(GPTs·Gems)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595360" y="2103120"/>
            <a:ext cx="3108960" cy="2286000"/>
          </a:xfrm>
          <a:prstGeom prst="roundRect">
            <a:avLst>
              <a:gd name="adj" fmla="val 24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(이번 주)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완성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아이템으로 대본 3편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· 검수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주를 끝으로 ③ 도메인에 맞는 뉴스 세팅하기(120h)가 완료됩니다. 이번 주에 확정한 대본 3편이 5주차 ④ AI 협업 뉴스 영상 제작의 재료가 됩니다.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파인튜닝이란 무엇인가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오해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모델 자체를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다시 훈련시키는 것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(전문 연구자·대용량 데이터·GPU가 필요한 작업 — 이 과정의 범위 밖)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257800" cy="3383280"/>
          </a:xfrm>
          <a:prstGeom prst="roundRect">
            <a:avLst>
              <a:gd name="adj" fmla="val 18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148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과정에서의 의미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7432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만들어둔 챗봇의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지시문을 다듬는 것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7947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써보면서 어색한 결과가 나온 부분을 찾아, 지시문(프롬프트)의 규칙을 추가·수정하는 반복 작업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· 실습 흐름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파인튜닝 4단계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챗봇에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데이터 입력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결과에서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 찾기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지시문에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추가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89720" y="23774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726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테스트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(반복)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④번(다시 테스트) 다음에는 다시 ②번(문제점 찾기)으로 돌아갑니다 — 파인튜닝은 한 번에 끝나지 않고, 만족스러운 결과가 나올 때까지 반복하는 과정입니다.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· 도메인별 체크포인트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도메인별로 무엇을 다듬어야 하나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육하원칙이 첫 문장에 담기는가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추측성 표현이 섞이지 않는가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문장이 15~20단어로 짧은가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첫 문장이 공감형 후킹인가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혜택 중심 서술인가, 스펙 나열인가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CTA(행동유도) 문구가 있는가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트렌드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구어체·유행어가 자연스러운가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이모지·해시태그가 과하지 않은가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정보보다 공감 위주인가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· 복습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검수는 여전히 사람의 몫인가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3주차에서 확인한 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연합뉴스 실습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28600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 있는 콘텐츠는 AI가 처리하면 안 됨 — 판단은 사람의 몫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3832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실습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38328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소스 교차검증은 잘했지만, 일부 브랜드 컨셉은 얕게 답함 — 빠짐없이 확인은 사람의 몫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4805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로봇저널리즘 템플릿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448056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 규칙은 잘 따르지만, 규칙 밖 예외 상황은 사람이 판단해야 함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· 체크리스트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생성물 검수 체크리스트 (4대 기준)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3383280"/>
          </a:xfrm>
          <a:prstGeom prst="roundRect">
            <a:avLst>
              <a:gd name="adj" fmla="val 2034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사실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수치·날짜·고유명사가 원자료와 일치하는가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추측성 표현이 없는가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사실을 잘못 합치지 않았는가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965960"/>
            <a:ext cx="2697480" cy="3383280"/>
          </a:xfrm>
          <a:prstGeom prst="roundRect">
            <a:avLst>
              <a:gd name="adj" fmla="val 203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표현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7432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톤앤매너에 맞는가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어색하거나 반복적인 문장은 없는가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2697480" cy="3383280"/>
          </a:xfrm>
          <a:prstGeom prst="roundRect">
            <a:avLst>
              <a:gd name="adj" fmla="val 2034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저작권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7432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원저작물을 그대로 베끼지 않았는가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출처를 표기했는가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9720" y="1965960"/>
            <a:ext cx="2697480" cy="3383280"/>
          </a:xfrm>
          <a:prstGeom prst="roundRect">
            <a:avLst>
              <a:gd name="adj" fmla="val 203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7260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형식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27432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 수·구조가 요청한 형식에 맞는가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오탈자는 없는가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· 실전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검수 전/후 비교 예시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FDED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전 (AI 초안)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“업체 관계자는 매출이 크게 늘어난 것으로 보인다고 밝혔다. 정확한 수치는 조만간 공개될 예정이다.”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문제점: ‘~것으로 보인다’(추측), ‘조만간’(모호한 시점) — 사실 기준 미달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E9F7EF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011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후 (수정본)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6888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“업체 관계자는 매출이 전년 대비 12% 증가했다고 밝혔다. 세부 수치는 9월 말 공시자료를 통해 공개된다.”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1148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개선점: 구체적 수치(12%)·구체적 시점(9월 말)으로 교체 — 원자료 대조 후 반영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단원 완료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도메인에 맞는 뉴스 세팅하기 — 120시간 완료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(개념)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92024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확장, 로봇저널리즘 원리, AI 기사생성 5단계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(실습)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301752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IMPORTXML 수집, 합법적 AI 데이터 활용 3원칙, GPTs·Gems·Projects 정제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1148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(완성)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411480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아이템으로 대본 3편(기획→수집→정제→스크립트→검수), 파인튜닝 4단계, 검수 체크리스트 4대 기준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[③ 완료 120h] — 원안 훈련시간 그대로, 내부 콘텐츠만 재구성 완료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아이템으로 대본 3편 완성하기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A. 아이템 선정 → 도메인별 기획서 → 자료 수집·정제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B. 도메인 챗봇으로 뉴스·브랜드·트렌드 스크립트 3편 만들기 → 파인튜닝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C. 4대 기준으로 검수하고 최종 대본 3편 확정 (5주차 영상 제작에 사용)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1064240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예고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— AI 협업 뉴스 영상 제작 및 자동화 (1/4)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주에 확정한 대본 3편(뉴스 2분·브랜드 1분·트렌드 30초)을 영상 3편으로 만듭니다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[MBC 미디어캠퍼스] AI 기반 데이터 저널리스트 양성 과정 · 4주차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흐름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아이템에서 대본 3편까지 — 한 바퀴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 선정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수집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 3편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89720" y="23774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726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대본 확정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소재로 뉴스 2분·브랜드 1분·트렌드 30초 대본을 만듭니다. 트렌드는 소재 자료 외에 SNS 반응·검색량 같은 근거를 따로 모읍니다. 기획 → 수집 → 정제 → 스크립트화 → 팩트체크(검수)를 한 바퀴 돌아 보는 것이 이번 주의 핵심입니다.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· 아이템 선정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아이템 선정과 도메인별 기획서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뉴스 기획서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What: 확인된 사실 한 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Why: 왜 지금 전해야 하나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검증: 어떤 자료로 확인할 것인가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 기획서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대상과 혜택 한 문장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쓸 수 있는 사실 목록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협찬·AI 생성 고지 방법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트렌드 기획서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화제 현상 한 줄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근거 데이터와 기간·출처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일부 반응을 전체 유행으로 쓰지 않기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90" name="Note"/>
          <p:cNvSpPr txBox="1"/>
          <p:nvPr/>
        </p:nvSpPr>
        <p:spPr>
          <a:xfrm>
            <a:off x="548640" y="5650000"/>
            <a:ext cx="1106424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아이템의 조건 — 자료를 수집할 수 있는가, 출처가 둘 이상인가, 세 도메인으로 모두 쓸 수 있는가. 도메인별 구성 뼈대는 2주차 기획 슬라이드를 참고합니다.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· 수집·정제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아이템에 3주차 방법 적용하기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소재, 같은 방법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28600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IMPORTXML 6열 시트(구분·분야·URL·헤드라인·링크·본문)로 모읍니다. 수집 전에 출처의 저작권 유형부터 확인합니다.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3832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38328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 제한이 있는 자료는 사람이 먼저 요약하고 AI는 표현만 다듬습니다. 사실·수치·출처를 목록으로 정리합니다.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4805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근거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448056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 자료 외에 SNS 반응·검색량·후기를 따로 모읍니다. 기간과 출처를 반드시 함께 적어 둡니다.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2026-09-14T07:19:15Z</dcterms:created>
  <dcterms:modified xsi:type="dcterms:W3CDTF">2026-09-14T07:19:15Z</dcterms:modified>
</cp:coreProperties>
</file>