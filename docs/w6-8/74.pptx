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6~8주차 통합 강의안 · ④ AI 협업 뉴스 영상 제작 및 자동화 + ⑦ RAG 모델 기반의 선거 보도 구성하기(일부)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협업 뉴스 영상 제작 및 자동화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AI 영상제작 → Premiere·After Effects·Photoshop 실무 → RAG 활용 → 프로젝트1 착수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188720" cy="54864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6~8주차 전체 로드맵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4747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6주차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AI 삽화·영상 제작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(Midjourney·Gen3·Kling·Suno)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Premiere 편집 기초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828800"/>
            <a:ext cx="34747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9768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7주차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65176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Premiere 심화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(컬러보정·사운드믹싱)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After Effects 모션그래픽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828800"/>
            <a:ext cx="34747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8주차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65176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 그래픽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아바타·음성 검수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RAG 활용법 + 프로젝트1 착수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5주차(영상문법·컷·리듬·훅, 프롬프트 엔지니어링)를 마쳤다는 전제로, 6주차부터는 '실제로 만드는' 단계입니다.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3774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생성 AI 삽화·영상 제작 + Premiere 편집 기초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3832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프롬프트로 그림을 그리고, 그 그림에 움직임을 입힌다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생성 AI 영상제작 도구, 역할부터 구분하자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00.6" y="1737360"/>
            <a:ext cx="66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000.6" y="1737360"/>
            <a:ext cx="6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00.6" y="1737360"/>
            <a:ext cx="30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00.6" y="1737360"/>
            <a:ext cx="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출력물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200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286000"/>
            <a:ext cx="1999.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00.6" y="2286000"/>
            <a:ext cx="660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00.7199999999998" y="2286000"/>
            <a:ext cx="6599.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 이미지(삽화·컨셉아트) 생성 — 톤앤매너의 기준이 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00.6" y="2286000"/>
            <a:ext cx="300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00.720000000001" y="2286000"/>
            <a:ext cx="2999.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이미지(PNG)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2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063240"/>
            <a:ext cx="1999.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Gen-3 / Kling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00.6" y="3063240"/>
            <a:ext cx="6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00.7199999999998" y="3063240"/>
            <a:ext cx="6599.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또는 텍스트를 짧은 영상으로 변환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00.6" y="3063240"/>
            <a:ext cx="3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00.720000000001" y="3063240"/>
            <a:ext cx="2999.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클립(4~10초)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200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840480"/>
            <a:ext cx="1999.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00.6" y="3840480"/>
            <a:ext cx="660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00.7199999999998" y="3840480"/>
            <a:ext cx="6599.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배경음악·테마곡 생성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00.6" y="3840480"/>
            <a:ext cx="300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00.720000000001" y="3840480"/>
            <a:ext cx="2999.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파이프라인: 프롬프트 → Midjourney(이미지) → Gen-3/Kling(영상화) → Premiere(편집) → AE(모션그래픽)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이미지 생성 프롬프트 — 5주차 원칙 실전 적용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영상문법(컷·리듬·훅)을 프롬프트에 반영한다 — 예: '클로즈업', '로우앵글' 같은 샷 지시어 포함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7432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톤앤매너 일관성 — 같은 영상 안에서 스타일이 흔들리지 않도록 레퍼런스 이미지·시드값 고정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931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 주의 — 실존 인물·브랜드 로고를 그대로 생성하지 않는다 (1주차 언론법 원칙 연계)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Premiere 편집 실무 — 기초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2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항목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00.6" y="1737360"/>
            <a:ext cx="92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00.6" y="1737360"/>
            <a:ext cx="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내용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20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286000"/>
            <a:ext cx="2199.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컷편집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00.6" y="2286000"/>
            <a:ext cx="920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00.72" y="2286000"/>
            <a:ext cx="9199.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리듬감 있는 컷 전환 — 5주차에서 배운 '훅' 구간은 컷을 더 짧게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2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154680"/>
            <a:ext cx="2199.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시퀀스 구성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00.6" y="3154680"/>
            <a:ext cx="9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00.72" y="3154680"/>
            <a:ext cx="9199.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해상도·프레임레이트 통일, 프록시 활용으로 편집 속도 확보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220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4023360"/>
            <a:ext cx="2199.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자막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00.6" y="4023360"/>
            <a:ext cx="920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00.72" y="4023360"/>
            <a:ext cx="9199.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안전영역(safe area) 안에 배치, 폰트 크기 일관성 유지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3774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Premiere 심화 + After Effects 모션그래픽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3832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편집을 다듬고, 정보를 그래픽으로 얹는다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7주차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Premiere 편집 실무 — 심화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2926080"/>
          </a:xfrm>
          <a:prstGeom prst="roundRect">
            <a:avLst>
              <a:gd name="adj" fmla="val 3125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컬러보정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709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Lumetri Color로 톤 통일 — 여러 소스(생성AI 영상+실사) 색감 맞추기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257800" cy="2926080"/>
          </a:xfrm>
          <a:prstGeom prst="roundRect">
            <a:avLst>
              <a:gd name="adj" fmla="val 3125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9659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사운드믹싱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514600"/>
            <a:ext cx="4709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내레이션·BGM·효과음 레벨 밸런스, 노멀라이징으로 라우드니스 기준 통일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7주차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Effects 모션그래픽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0.6" y="1737360"/>
            <a:ext cx="88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00.6" y="1737360"/>
            <a:ext cx="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용도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60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286000"/>
            <a:ext cx="2599.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로어써드(Lower Third)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0.6" y="2286000"/>
            <a:ext cx="880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0.72" y="2286000"/>
            <a:ext cx="8799.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인물·직함·자막을 화면 하단에 애니메이션으로 소개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2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154680"/>
            <a:ext cx="2599.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애니메이션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00.6" y="3154680"/>
            <a:ext cx="8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00.72" y="3154680"/>
            <a:ext cx="8799.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수치·키워드를 강조해서 시청자 시선 붙잡기 (팩트체크 실습 데이터 강조에 활용)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260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4023360"/>
            <a:ext cx="2599.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2.5D 카메라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00.6" y="4023360"/>
            <a:ext cx="880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00.72" y="4023360"/>
            <a:ext cx="8799.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 이미지(사진·삽화)에 레이어별 깊이를 줘서 가상 카메라 무빙 연출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3774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Photoshop·AI아바타 + RAG 활용 + 프로젝트1 착수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3832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 그래픽 작업부터, 다음 프로젝트 시작까지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8주차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Photoshop 그래픽·썸네일 제작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썸네일 — 클릭을 부르는 구성(인물 표정·대비색·큰 텍스트), A/B 테스트용 2안 이상 제작 습관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7432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그래픽 자산 — 로고·아이콘·배경 이미지를 영상 프로젝트용 규격(투명 배경 PNG)으로 정리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931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생성AI 이미지 보정 — Midjourney 결과물의 손·텍스트 오류 등을 Photoshop으로 후보정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8주차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아바타·음성(HeyGen·ElevenLabs) + 사람의 검수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HeyGen(AI 아바타 앵커) · ElevenLabs(AI 음성 더빙) — 자동화 결과물을 그대로 쓰지 않는다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발음 오류, 부자연스러운 입모양 싱크, 감정 표현 어색함을 사람이 반드시 재검수·재편집합니다.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원칙은 지금까지 배운 모든 AI 자동화 검수 원칙(4주차 AI생성물 검수, 9~11주차 팩트체크)과 동일합니다 — 자동화는 초안까지, 최종 판단은 사람.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8주차 · ⑦ 시작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노코드 활용법 핵심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데이터(개표·트렌드 등) 수집 개념 이해 — '지금 일어나는 일'을 데이터로 다루는 감각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7432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NotebookLM·Custom 챗봇(GPTs·Gemini Gems·Claude Projects)으로 노코드 RAG 챗봇 구성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931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 기반 신뢰도 분석 — 이 원리는 10주차에서 훨씬 깊이 다룰 예정(오늘은 맛보기)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8주차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프로젝트1 착수 — 이슈 리포트 영상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항목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00.6" y="1737360"/>
            <a:ext cx="94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00.6" y="1737360"/>
            <a:ext cx="9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400" cy="73152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286000"/>
            <a:ext cx="2399.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00.6" y="2286000"/>
            <a:ext cx="9400" cy="73152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00.72" y="2286000"/>
            <a:ext cx="9399.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3분 이내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24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017520"/>
            <a:ext cx="2399.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00.6" y="3017520"/>
            <a:ext cx="94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00.72" y="3017520"/>
            <a:ext cx="9399.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자유주제 — 브랜드·트렌드·사회현상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2400" cy="73152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49040"/>
            <a:ext cx="2399.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목표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00.6" y="3749040"/>
            <a:ext cx="9400" cy="73152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00.72" y="3749040"/>
            <a:ext cx="9399.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아이템 선정 + 초기 데이터 수집 착수 (완성·발표는 9주차)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24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480560"/>
            <a:ext cx="2399.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도구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00.6" y="4480560"/>
            <a:ext cx="94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400.72" y="4480560"/>
            <a:ext cx="9399.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주까지 배운 생성AI 영상·Premiere·AE·Photoshop 전부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6~8주차 핵심 정리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53619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생성AI로 이미지·영상·음악을 만들고, Premiere·AE·Photoshop으로 완성도를 더한다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6974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4963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아바타·음성도 결국 사람의 최종 검수를 거쳐야 방송에 나갈 수 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345643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8주차부터 RAG 활용법을 맛보고, 프로젝트1(이슈 리포트 영상) 착수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시간(9주차): 프로젝트1 완성·발표 + 제작현장지원실습(MBC 뉴스데스크)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2026-09-19T02:17:05Z</dcterms:created>
  <dcterms:modified xsi:type="dcterms:W3CDTF">2026-09-19T02:17:05Z</dcterms:modified>
</cp:coreProperties>
</file>