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8686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0" b="1" spc="-8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</a:t>
            </a:r>
            <a:endParaRPr lang="en-US" sz="168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600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도메인에 맞는 뉴스 세팅하기 (3/3)</a:t>
            </a:r>
            <a:endParaRPr lang="en-US" sz="2400" dirty="0"/>
          </a:p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선정 → 수집·정제 → 대본 3편 · 검수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493776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4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단원(2~4주, 120시간)의 마지막 주차 — 내 아이템으로 대본 3편을 완성해 5주차로 넘어갑니다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69510"/>
            <a:ext cx="4937760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b="1" spc="-5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도메인에 맞는 뉴스 세팅하기  120h 중 3/3(40h) — 이 단원 완료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학습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선정과 기획서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82143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소재를 정해 뉴스·브랜드·트렌드 도메인별 기획서(What·Why·How)를 쓴다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293751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수집·정제·파인튜닝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42519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방법으로 자료를 모으고 정제한 뒤, 챗봇을 파인튜닝해 도메인별 스크립트 3편을 만든다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검수로 대본 3편 확정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82143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 기준으로 검수하고 출처와 함께, 5주차 영상 제작에 쓸 최종 대본을 확정한다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단원 복습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2주차부터 이번 주까지 — 120시간의 여정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3441192" cy="2453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344119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723644"/>
            <a:ext cx="283372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293620"/>
            <a:ext cx="28337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확장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 원리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989832" y="1577340"/>
            <a:ext cx="384048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73880" y="1577340"/>
            <a:ext cx="3441192" cy="2453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3880" y="1577340"/>
            <a:ext cx="344119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0184" y="1723644"/>
            <a:ext cx="283372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4520184" y="2293620"/>
            <a:ext cx="28337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수집(IMPORTXML)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정제(GPTs·Gems)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815072" y="1577340"/>
            <a:ext cx="384048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99120" y="1577340"/>
            <a:ext cx="3441192" cy="2453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9120" y="1577340"/>
            <a:ext cx="344119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45424" y="1723644"/>
            <a:ext cx="283372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(이번 주)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345424" y="2644140"/>
            <a:ext cx="28337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아이템으로 대본 3편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· 검수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48640" y="4195572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19557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주를 끝으로 ③ 도메인에 맞는 뉴스 세팅하기(120h)가 완료됩니다. 이번 주에 확정한 대본 3편이 5주차 ④ AI 협업 뉴스 영상 제작의 재료가 됩니다.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흐름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아이템에서 대본 3편까지 — 한 바퀴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79476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5371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선정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033522" y="169418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17570" y="169418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3874" y="179476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3563874" y="255371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수집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902452" y="169418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86500" y="169418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2804" y="179476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6432804" y="255371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3편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771382" y="169418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55430" y="169418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1734" y="179476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9301734" y="255371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확정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48640" y="3558032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558032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소재로 뉴스 2분·브랜드 1분·트렌드 30초 대본을 만듭니다. 트렌드는 소재 자료 외에 SNS 반응·검색량 같은 근거를 따로 모읍니다. 기획 → 수집 → 정제 → 스크립트화 → 팩트체크(검수)를 한 바퀴 돌아 보는 것이 이번 주의 핵심입니다.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· 아이템 선정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 선정과 도메인별 기획서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30699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30699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기획서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42083"/>
            <a:ext cx="313944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What: 확인된 사실 한 줄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Why: 왜 지금 전해야 하나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검증: 어떤 자료로 확인할 것인가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752600"/>
            <a:ext cx="3587496" cy="30699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752600"/>
            <a:ext cx="82296" cy="30699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기획서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42083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대상과 혜택 한 문장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쓸 수 있는 사실 목록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협찬·AI 생성 고지 방법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752600"/>
            <a:ext cx="3587496" cy="30699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752600"/>
            <a:ext cx="82296" cy="30699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기획서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42083"/>
            <a:ext cx="313944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화제 현상 한 줄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근거 데이터와 기간·출처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일부 반응을 전체 유행으로 쓰지 않기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987163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987163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아이템의 조건 — 자료를 수집할 수 있는가, 출처가 둘 이상인가, 세 도메인으로 모두 쓸 수 있는가. 도메인별 구성 뼈대는 2주차 기획 슬라이드를 참고합니다.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· 수집·정제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아이템에 3주차 방법 적용하기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52600"/>
            <a:ext cx="11091672" cy="61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소재, 같은 방법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535428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35428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224911"/>
            <a:ext cx="313944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IMPORTXML 6열 시트(구분·분야·URL·헤드라인·링크·본문)로 모읍니다. 수집 전에 출처의 저작권 유형부터 확인합니다.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00728" y="2535428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0728" y="2535428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7616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4547616" y="3224911"/>
            <a:ext cx="313944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제한이 있는 자료는 사람이 먼저 요약하고 AI는 표현만 다듬습니다. 사실·수치·출처를 목록으로 정리합니다.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52816" y="2535428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2816" y="2535428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9704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근거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299704" y="3224911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자료 외에 SNS 반응·검색량·후기를 따로 모읍니다. 기간과 출처를 반드시 함께 적어 둡니다.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파인튜닝이란 무엇인가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137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3726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1064361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오해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50338"/>
            <a:ext cx="10643616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모델 자체를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훈련시키는 것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377438"/>
            <a:ext cx="11091672" cy="59156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377438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(전문 연구자·대용량 데이터·GPU가 필요한 작업 — 이 과정의 범위 밖)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133596"/>
            <a:ext cx="11091672" cy="1372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33596"/>
            <a:ext cx="82296" cy="13726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334764"/>
            <a:ext cx="1064361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과정에서의 의미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743704"/>
            <a:ext cx="10643616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만들어둔 챗봇의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지시문을 다듬는 것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670804"/>
            <a:ext cx="11091672" cy="59156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670804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써보면서 어색한 결과가 나온 부분을 찾아, 지시문(프롬프트)의 규칙을 추가·수정하는 반복 작업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· 실습 흐름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4단계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94081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69976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챗봇에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데이터 입력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033522" y="184023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17570" y="184023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3874" y="194081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3563874" y="269976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결과에서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문제점 찾기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902452" y="184023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86500" y="184023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2804" y="194081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6432804" y="269976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지시문에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추가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771382" y="1840230"/>
            <a:ext cx="384048" cy="169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55430" y="1840230"/>
            <a:ext cx="2484882" cy="1699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1734" y="194081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9301734" y="2699766"/>
            <a:ext cx="19730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테스트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(반복)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4082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70408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④번(다시 테스트) 다음에는 다시 ②번(문제점 찾기)으로 돌아갑니다 — 파인튜닝은 한 번에 끝나지 않고, 만족스러운 결과가 나올 때까지 반복하는 과정입니다.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파인튜닝 · 도메인별 체크포인트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도메인별로 무엇을 다듬어야 하나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4117543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411754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42083"/>
            <a:ext cx="313944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육하원칙이 첫 문장에 담기는가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추측성 표현이 섞이지 않는가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문장이 15~20단어로 짧은가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752600"/>
            <a:ext cx="3587496" cy="4117543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752600"/>
            <a:ext cx="82296" cy="411754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42083"/>
            <a:ext cx="313944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첫 문장이 공감형 후킹인가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혜택 중심 서술인가, 스펙 나열인가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CTA(행동유도) 문구가 있는가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752600"/>
            <a:ext cx="3587496" cy="4117543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752600"/>
            <a:ext cx="82296" cy="411754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42083"/>
            <a:ext cx="313944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구어체·유행어가 자연스러운가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이모지·해시태그가 과하지 않은가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정보보다 공감 위주인가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· 복습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검수는 여전히 사람의 몫인가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52600"/>
            <a:ext cx="11091672" cy="61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3주차에서 확인한 것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535428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35428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연합뉴스 실습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224911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있는 콘텐츠는 AI가 처리하면 안 됨 — 판단은 사람의 몫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00728" y="2535428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0728" y="2535428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7616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실습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4547616" y="3224911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소스 교차검증은 잘했지만, 일부 브랜드 컨셉은 얕게 답함 — 빠짐없이 확인은 사람의 몫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52816" y="2535428"/>
            <a:ext cx="3587496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2816" y="2535428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9704" y="2736596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로봇저널리즘 템플릿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299704" y="3224911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규칙은 잘 따르지만, 규칙 밖 예외 상황은 사람이 판단해야 함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· 체크리스트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생성물 검수 체크리스트 (4대 기준)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5463540" cy="23435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사실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25243"/>
            <a:ext cx="5015484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수치·날짜·고유명사가 원자료와 일치하는가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추측성 표현이 없는가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사실을 잘못 합치지 않았는가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635760"/>
            <a:ext cx="5463540" cy="23435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35760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표현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2524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톤앤매너에 맞는가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어색하거나 반복적인 문장은 없는가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143883"/>
            <a:ext cx="5463540" cy="161709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43883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34505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저작권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833366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원저작물을 그대로 베끼지 않았는가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표기했는가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4143883"/>
            <a:ext cx="5463540" cy="161709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4143883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345051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형식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833366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수·구조가 요청한 형식에 맞는가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오탈자는 없는가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· 실전 사례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전/후 비교 예시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109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0919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1064361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전 (AI 초안)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50338"/>
            <a:ext cx="10643616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“업체 관계자는 매출이 크게 늘어난 것으로 보인다고 밝혔다. 정확한 수치는 조만간 공개될 예정이다.”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096768"/>
            <a:ext cx="11091672" cy="59156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096768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문제점: ‘~것으로 보인다’(추측), ‘조만간’(모호한 시점) — 사실 기준 미달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852926"/>
            <a:ext cx="11091672" cy="109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52926"/>
            <a:ext cx="82296" cy="10919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054094"/>
            <a:ext cx="1064361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후 (수정본)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463034"/>
            <a:ext cx="10643616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“업체 관계자는 매출이 전년 대비 12% 증가했다고 밝혔다. 세부 수치는 9월 말 공시자료를 통해 공개된다.”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109464"/>
            <a:ext cx="11091672" cy="59156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109464"/>
            <a:ext cx="10689336" cy="59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개선점: 구체적 수치(12%)·구체적 시점(9월 말)으로 교체 — 원자료 대조 후 반영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단원 완료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도메인에 맞는 뉴스 세팅하기 — 120시간 완료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379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(개념)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02628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확장, 로봇저널리즘 원리, AI 기사생성 5단계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2336800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2336800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5379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 (실습)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3026283"/>
            <a:ext cx="313944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IMPORTXML 수집, 합법적 AI 데이터 활용 3원칙, GPTs·Gems·Projects 정제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2336800"/>
            <a:ext cx="3587496" cy="27067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2336800"/>
            <a:ext cx="82296" cy="27067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5379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(완성)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3026283"/>
            <a:ext cx="313944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아이템으로 대본 3편(기획→수집→정제→스크립트→검수), 파인튜닝 4단계, 검수 체크리스트 4대 기준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5208143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208143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[③ 완료 120h] — 원안 훈련시간 그대로, 내부 콘텐츠만 재구성 완료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4주차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실습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86868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아이템으로 대본 3편 완성하기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739900"/>
            <a:ext cx="6035040" cy="22555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739900"/>
            <a:ext cx="5577840" cy="225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A. 아이템 선정 → 도메인별 기획서 → 자료 수집·정제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B. 도메인 챗봇으로 뉴스·브랜드·트렌드 스크립트 3편 만들기 → 파인튜닝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C. 4대 기준으로 검수하고 최종 대본 3편 확정 (5주차 영상 제작에 사용)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4782312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782312" cy="73152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2402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34640"/>
            <a:ext cx="423367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— AI 협업 뉴스 영상 제작 및 자동화 (1/4)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주에 확정한 대본 3편(뉴스 2분·브랜드 1분·트렌드 30초)을 영상 3편으로 만듭니다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4주차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4주차 강의안</dc:title>
  <dc:subject>PptxGenJS Presentation</dc:subject>
  <dc:creator>PptxGenJS</dc:creator>
  <cp:lastModifiedBy>PptxGenJS</cp:lastModifiedBy>
  <cp:revision>1</cp:revision>
  <dcterms:created xsi:type="dcterms:W3CDTF">2026-10-16T01:44:41Z</dcterms:created>
  <dcterms:modified xsi:type="dcterms:W3CDTF">2026-10-16T01:44:41Z</dcterms:modified>
</cp:coreProperties>
</file>