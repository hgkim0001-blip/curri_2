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시간</c:v>
                </c:pt>
              </c:strCache>
            </c:strRef>
          </c:tx>
          <c:spPr>
            <a:solidFill>
              <a:srgbClr val="1FB5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A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⑪ OT</c:v>
                  </c:pt>
                  <c:pt idx="1">
                    <c:v>⑫ 현장탐방 · ⑬ 수료식</c:v>
                  </c:pt>
                  <c:pt idx="2">
                    <c:v>① 윤리·법적 책임</c:v>
                  </c:pt>
                  <c:pt idx="3">
                    <c:v>⑩ 제작현장지원실습</c:v>
                  </c:pt>
                  <c:pt idx="4">
                    <c:v>⑭ 가짜뉴스 대응</c:v>
                  </c:pt>
                  <c:pt idx="5">
                    <c:v>⑥ 데이터 시각화</c:v>
                  </c:pt>
                  <c:pt idx="6">
                    <c:v>⑦ RAG 기반 보도</c:v>
                  </c:pt>
                  <c:pt idx="7">
                    <c:v>⑨ 시각화 활용 콘텐츠</c:v>
                  </c:pt>
                  <c:pt idx="8">
                    <c:v>⑧ 데이터 탐사보도</c:v>
                  </c:pt>
                  <c:pt idx="9">
                    <c:v>⑤ AI 팩트체킹</c:v>
                  </c:pt>
                  <c:pt idx="10">
                    <c:v>④ AI 영상 제작·자동화</c:v>
                  </c:pt>
                  <c:pt idx="11">
                    <c:v>③ 도메인 뉴스 세팅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8</c:v>
                </c:pt>
                <c:pt idx="2">
                  <c:v>14</c:v>
                </c:pt>
                <c:pt idx="3">
                  <c:v>16</c:v>
                </c:pt>
                <c:pt idx="4">
                  <c:v>24</c:v>
                </c:pt>
                <c:pt idx="5">
                  <c:v>48</c:v>
                </c:pt>
                <c:pt idx="6">
                  <c:v>56</c:v>
                </c:pt>
                <c:pt idx="7">
                  <c:v>72</c:v>
                </c:pt>
                <c:pt idx="8">
                  <c:v>72</c:v>
                </c:pt>
                <c:pt idx="9">
                  <c:v>80</c:v>
                </c:pt>
                <c:pt idx="10">
                  <c:v>120</c:v>
                </c:pt>
                <c:pt idx="11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0A0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0A0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194560"/>
          </a:xfrm>
          <a:prstGeom prst="rect">
            <a:avLst/>
          </a:prstGeom>
        </p:spPr>
      </p:pic>
      <p:pic>
        <p:nvPicPr>
          <p:cNvPr id="3" name="Image 1" descr="cov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1720"/>
            <a:ext cx="12191695" cy="2194560"/>
          </a:xfrm>
          <a:prstGeom prst="rect">
            <a:avLst/>
          </a:prstGeom>
        </p:spPr>
      </p:pic>
      <p:pic>
        <p:nvPicPr>
          <p:cNvPr id="4" name="Image 2" descr="cov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3440"/>
            <a:ext cx="12191695" cy="21945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2194560"/>
            <a:ext cx="12191695" cy="1371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0" y="4526280"/>
            <a:ext cx="12191695" cy="1371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9052560" y="1097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6000" dirty="0"/>
          </a:p>
        </p:txBody>
      </p:sp>
      <p:sp>
        <p:nvSpPr>
          <p:cNvPr id="8" name="Text 3"/>
          <p:cNvSpPr txBox="1"/>
          <p:nvPr/>
        </p:nvSpPr>
        <p:spPr>
          <a:xfrm>
            <a:off x="10515600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WEEKS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905256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640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1106424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HOURS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MEDIA CAMPUS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1005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</a:t>
            </a:r>
            <a:endParaRPr lang="en-US" sz="56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26060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</a:t>
            </a:r>
            <a:pPr indent="0" marL="0">
              <a:buNone/>
            </a:pPr>
            <a:r>
              <a:rPr lang="en-US" sz="82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JOURNALIST</a:t>
            </a:r>
            <a:endParaRPr lang="en-US" sz="82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저널리스트 양성 과정  ·  전체 과정 안내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5577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 검증된 사실을 담은 영상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안내 자료  |  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 한눈에 보기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뉴스만이 아니라 브랜드·트렌드까지, 유튜버·마케터·소상공인·브랜드 담당자도 함께하는 실무형 과정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057400"/>
            <a:ext cx="260604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640H</a:t>
            </a:r>
            <a:endParaRPr lang="en-US" sz="6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훈련시간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83280" y="2057400"/>
            <a:ext cx="260604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</a:t>
            </a:r>
            <a:endParaRPr lang="en-US" sz="6600" dirty="0"/>
          </a:p>
        </p:txBody>
      </p:sp>
      <p:sp>
        <p:nvSpPr>
          <p:cNvPr id="14" name="Text 11"/>
          <p:cNvSpPr txBox="1"/>
          <p:nvPr/>
        </p:nvSpPr>
        <p:spPr>
          <a:xfrm>
            <a:off x="3639312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40시간 기준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7920" y="2057400"/>
            <a:ext cx="260604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6600" dirty="0"/>
          </a:p>
        </p:txBody>
      </p:sp>
      <p:sp>
        <p:nvSpPr>
          <p:cNvPr id="17" name="Text 14"/>
          <p:cNvSpPr txBox="1"/>
          <p:nvPr/>
        </p:nvSpPr>
        <p:spPr>
          <a:xfrm>
            <a:off x="6473952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캡스톤 프로젝트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052560" y="2057400"/>
            <a:ext cx="260604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81160" y="2103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3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24H</a:t>
            </a:r>
            <a:endParaRPr lang="en-US" sz="6600" dirty="0"/>
          </a:p>
        </p:txBody>
      </p:sp>
      <p:sp>
        <p:nvSpPr>
          <p:cNvPr id="20" name="Text 17"/>
          <p:cNvSpPr txBox="1"/>
          <p:nvPr/>
        </p:nvSpPr>
        <p:spPr>
          <a:xfrm>
            <a:off x="9308592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현장 참여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069080"/>
            <a:ext cx="109728" cy="7315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069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빠르게 만드는 영상이 아니라, 데이터로 검증된 사실을 담은 영상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전체를 AI와 함께 직접 실행해 봅니다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코드도 AI와 함께 작성·실행하며 원리를 익힙니다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‘어떤 도구를 언제 쓸지’ 판단하는 능력을 기릅니다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7-STEP PIPELINE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7단계 파이프라인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프로젝트는 이 흐름을 한 바퀴 돈다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965960"/>
            <a:ext cx="146304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65960"/>
            <a:ext cx="146304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8346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양식 · AI챗봇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6118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주제·목적·대상을 정하고 기획서 작성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4937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· 8·12·15주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148840" y="1965960"/>
            <a:ext cx="146304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48840" y="1965960"/>
            <a:ext cx="146304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58568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2258568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258568" y="28346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구글시트 · 코랩 · 공공 API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258568" y="36118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AI검색 3종은 후보 발굴용, 근거는 직접 수집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2258568" y="4937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2~3주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749040" y="1965960"/>
            <a:ext cx="146304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49040" y="1965960"/>
            <a:ext cx="146304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58768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3858768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858768" y="28346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시트·코랩, 글은 AI챗봇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858768" y="36118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중복·오류·형식을 정리하고 글은 챗봇으로 다듬기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3858768" y="4937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3~4주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349240" y="1965960"/>
            <a:ext cx="146304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49240" y="1965960"/>
            <a:ext cx="146304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58968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5458968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분석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458968" y="28346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AI챗봇 자연어 분석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58968" y="36118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향하는 방향, 소비자의 속마음 읽기 (독립 트랙)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5458968" y="4937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· 12주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949440" y="1965960"/>
            <a:ext cx="146304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49440" y="1965960"/>
            <a:ext cx="146304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9168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7059168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스크립트화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7059168" y="28346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AI챗봇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059168" y="36118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2분 · 브랜드 1분 · 트렌드 30초 초고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059168" y="4937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3~4주 · 각 프로젝트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8549640" y="1965960"/>
            <a:ext cx="1463040" cy="35204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549640" y="1965960"/>
            <a:ext cx="146304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59368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47" name="Text 44"/>
          <p:cNvSpPr txBox="1"/>
          <p:nvPr/>
        </p:nvSpPr>
        <p:spPr>
          <a:xfrm>
            <a:off x="8659368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8659368" y="28346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코드(Python) 대조 + NotebookLM(보조)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8659368" y="36118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 속 숫자·순위·연도를 정제 데이터와 자동 대조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8659368" y="4937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 · 8주 · 10~11주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10149840" y="1965960"/>
            <a:ext cx="1463040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149840" y="1965960"/>
            <a:ext cx="146304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259568" y="1984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E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54" name="Text 51"/>
          <p:cNvSpPr txBox="1"/>
          <p:nvPr/>
        </p:nvSpPr>
        <p:spPr>
          <a:xfrm>
            <a:off x="10259568" y="2331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영상화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10259568" y="283464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 + 편집 + 시각화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10259568" y="36118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Midjourney·Flow·Kling·HeyGen·Premiere·AE·Flourish 등</a:t>
            </a:r>
            <a:endParaRPr lang="en-US" sz="1150" dirty="0"/>
          </a:p>
        </p:txBody>
      </p:sp>
      <p:sp>
        <p:nvSpPr>
          <p:cNvPr id="57" name="Text 54"/>
          <p:cNvSpPr txBox="1"/>
          <p:nvPr/>
        </p:nvSpPr>
        <p:spPr>
          <a:xfrm>
            <a:off x="10259568" y="4937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5~9주 · 13~16주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548640" y="5623560"/>
            <a:ext cx="2651760" cy="6858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48640" y="5623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팩트체크가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중심축</a:t>
            </a:r>
            <a:endParaRPr lang="en-US" sz="1700" dirty="0"/>
          </a:p>
        </p:txBody>
      </p:sp>
      <p:sp>
        <p:nvSpPr>
          <p:cNvPr id="60" name="Text 57"/>
          <p:cNvSpPr txBox="1"/>
          <p:nvPr/>
        </p:nvSpPr>
        <p:spPr>
          <a:xfrm>
            <a:off x="3429000" y="5623560"/>
            <a:ext cx="8183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내놓은 숫자와 주장은 출처로 검증한 뒤에 영상화로 넘어갑니다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16-WEEK ROADMAP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 로드맵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구간을 지나며 프로젝트 3편을 완성합니다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965960"/>
            <a:ext cx="2103120" cy="1051560"/>
          </a:xfrm>
          <a:prstGeom prst="rect">
            <a:avLst/>
          </a:prstGeom>
          <a:solidFill>
            <a:srgbClr val="1FB5A3"/>
          </a:solidFill>
          <a:ln w="12700">
            <a:solidFill>
              <a:srgbClr val="1FB5A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1–4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21031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 다지기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8862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윤리·가짜뉴스 대응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뉴스 세팅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AI챗봇 자동화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88920" y="1965960"/>
            <a:ext cx="2103120" cy="10515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2608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5–8</a:t>
            </a:r>
            <a:endParaRPr lang="en-US" sz="4000" dirty="0"/>
          </a:p>
        </p:txBody>
      </p:sp>
      <p:sp>
        <p:nvSpPr>
          <p:cNvPr id="18" name="Shape 15"/>
          <p:cNvSpPr/>
          <p:nvPr/>
        </p:nvSpPr>
        <p:spPr>
          <a:xfrm>
            <a:off x="2788920" y="3017520"/>
            <a:ext cx="21031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92608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제작 실무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38862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영상문법·AI 생성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Premiere·AE·Photoshop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+ 프로젝트1 착수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0" y="1965960"/>
            <a:ext cx="2103120" cy="10515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6636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16636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9–11</a:t>
            </a:r>
            <a:endParaRPr lang="en-US" sz="4000" dirty="0"/>
          </a:p>
        </p:txBody>
      </p:sp>
      <p:sp>
        <p:nvSpPr>
          <p:cNvPr id="24" name="Shape 21"/>
          <p:cNvSpPr/>
          <p:nvPr/>
        </p:nvSpPr>
        <p:spPr>
          <a:xfrm>
            <a:off x="5029200" y="3017520"/>
            <a:ext cx="21031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6636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 + 팩트체킹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166360" y="38862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완성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현장실습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팩트체킹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269480" y="1965960"/>
            <a:ext cx="2103120" cy="1051560"/>
          </a:xfrm>
          <a:prstGeom prst="rect">
            <a:avLst/>
          </a:prstGeom>
          <a:solidFill>
            <a:srgbClr val="1FB5A3"/>
          </a:solidFill>
          <a:ln w="12700">
            <a:solidFill>
              <a:srgbClr val="1FB5A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0664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40664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12–14</a:t>
            </a:r>
            <a:endParaRPr lang="en-US" sz="4000" dirty="0"/>
          </a:p>
        </p:txBody>
      </p:sp>
      <p:sp>
        <p:nvSpPr>
          <p:cNvPr id="30" name="Shape 27"/>
          <p:cNvSpPr/>
          <p:nvPr/>
        </p:nvSpPr>
        <p:spPr>
          <a:xfrm>
            <a:off x="7269480" y="3017520"/>
            <a:ext cx="21031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0664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탐사·정보프로그램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7406640" y="38862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제작·발표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시각화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9509760" y="1965960"/>
            <a:ext cx="2103120" cy="1051560"/>
          </a:xfrm>
          <a:prstGeom prst="rect">
            <a:avLst/>
          </a:prstGeom>
          <a:solidFill>
            <a:srgbClr val="1FB5A3"/>
          </a:solidFill>
          <a:ln w="12700">
            <a:solidFill>
              <a:srgbClr val="1FB5A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64692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64692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15–16</a:t>
            </a:r>
            <a:endParaRPr lang="en-US" sz="4000" dirty="0"/>
          </a:p>
        </p:txBody>
      </p:sp>
      <p:sp>
        <p:nvSpPr>
          <p:cNvPr id="36" name="Shape 33"/>
          <p:cNvSpPr/>
          <p:nvPr/>
        </p:nvSpPr>
        <p:spPr>
          <a:xfrm>
            <a:off x="9509760" y="3017520"/>
            <a:ext cx="2103120" cy="2240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4692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시사다큐 + 수료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9646920" y="388620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제작·발표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수료식·종합 상영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48640" y="5440680"/>
            <a:ext cx="109728" cy="8229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8680" y="5440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현장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 현장탐방 8h (뉴스데스크 사전답사)   ·   9주 제작현장지원실습 16h (프로젝트1 완성작 실무검증)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640 HOURS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교과목별 시간 구성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연번은 원안 기준 · 총 640시간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457200" y="1874520"/>
          <a:ext cx="7680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321040" y="1920240"/>
            <a:ext cx="329184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549640" y="1965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240H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8549640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120h(2~4주) + ④ 120h(5~8주)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세팅과 영상 제작이 두 축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321040" y="3383280"/>
            <a:ext cx="329184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54964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80H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8549640" y="40965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AI 팩트체킹은 10~11주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대조 + NotebookLM(보조)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21040" y="4846320"/>
            <a:ext cx="329184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54964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72H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8549640" y="5559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⑧·⑨ 각 72h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프로젝트2·3 제작이 포함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01–04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윤리와 도메인 뉴스 세팅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도메인에 맞는 뉴스 세팅하기 120h는 2~4주에 완료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011680"/>
            <a:ext cx="53949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011680"/>
            <a:ext cx="1097280" cy="2057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04288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1874520" y="2148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 · 가짜뉴스 대응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874520" y="274320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OT 2h · 저널리즘·콘텐츠 윤리와 법적 책임 14h · AI시대 가짜뉴스 대응 24h (영상 판별, NotebookLM 주장 검증)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17920" y="2011680"/>
            <a:ext cx="53949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011680"/>
            <a:ext cx="1097280" cy="2057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304288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2148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확장 · 로봇저널리즘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543800" y="274320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+ 브랜드·트렌드로 도메인 확장 · AI 기사생성 원리 · 도메인별 챗봇 제작 (Gems·Projects·GPTs)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206240"/>
            <a:ext cx="53949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206240"/>
            <a:ext cx="1097280" cy="2057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498848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187452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· 정제 실습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874520" y="49377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AI검색 한계 확인 → 구글시트 IMPORTXML·코랩 API 수집 · 챗봇으로 정제 · 합법적 AI 데이터 활용 3원칙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217920" y="4206240"/>
            <a:ext cx="53949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17920" y="4206240"/>
            <a:ext cx="1097280" cy="2057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17920" y="4498848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Text 28"/>
          <p:cNvSpPr txBox="1"/>
          <p:nvPr/>
        </p:nvSpPr>
        <p:spPr>
          <a:xfrm>
            <a:off x="754380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대본 3편 · 파인튜닝 · 검수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7543800" y="49377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아이템으로 뉴스 2분·브랜드 1분·트렌드 30초 대본 · 지시문 파인튜닝(v1→v8) · 4대 기준 검수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05–08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제작 실무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AI 협업 뉴스 영상 제작 및 자동화 120h는 8주 앞부분에 완료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011680"/>
            <a:ext cx="1106424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011680"/>
            <a:ext cx="1188720" cy="96012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0428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1965960" y="20116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영상문법 8h + 프롬프트 8h + AI 소스 생성·Premiere 조립 16h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현장탐방 8h(MBC 뉴스데스크 사전답사) → 내 대본 3편을 도메인별 영상 3편으로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058400" y="2286000"/>
            <a:ext cx="1371600" cy="41148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5840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090672"/>
            <a:ext cx="1106424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3090672"/>
            <a:ext cx="118872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1965960" y="3090672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Premiere 편집실무 30h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컷편집 · 시퀀스 · 컬러 · 사운드  /  AI 자동화 통합 일부 10h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169664"/>
            <a:ext cx="1106424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169664"/>
            <a:ext cx="118872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2611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46227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1965960" y="4169664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Effects 모션그래픽 30h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로어써드 · 텍스트 애니메이션 · 2.5D 카메라  /  Photoshop 일부 10h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48640" y="5248656"/>
            <a:ext cx="1106424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5248656"/>
            <a:ext cx="1188720" cy="9601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53400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54126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1965960" y="5248656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Photoshop·자동화 마무리 8h → ④ 완료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활용법 핵심 16h + 프로젝트1 착수 16h  ·  AI 아바타·음성(HeyGen·ElevenLabs)도 사람이 최종 검수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09–11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 완성과 팩트체킹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RAG 보도 56h 완료(9주)  →  ⑤ AI 팩트체킹 80h 완료(11주)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011680"/>
            <a:ext cx="356616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011680"/>
            <a:ext cx="356616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4400" dirty="0"/>
          </a:p>
        </p:txBody>
      </p:sp>
      <p:sp>
        <p:nvSpPr>
          <p:cNvPr id="12" name="Shape 9"/>
          <p:cNvSpPr/>
          <p:nvPr/>
        </p:nvSpPr>
        <p:spPr>
          <a:xfrm>
            <a:off x="2560320" y="2286000"/>
            <a:ext cx="1371600" cy="41148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60320" y="2286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필수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 완성·발표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0233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영상 3분 이내 24h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제작현장지원실습 16h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MBC에서 완성작 실무검증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297680" y="2011680"/>
            <a:ext cx="356616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2011680"/>
            <a:ext cx="356616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팩트체킹 핵심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0233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등 RAG 활용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할루시네이션 원리·실제 사례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 Check API·AI검색 그라운딩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방송대본 팩트체크 실습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046720" y="2011680"/>
            <a:ext cx="356616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0" y="2011680"/>
            <a:ext cx="3566160" cy="9144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21040" y="20116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440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154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팩트체킹 심화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40233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뉴스·브랜드·트렌드 도메인별 케이스스터디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카드뉴스·자막 변환 실습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(선택) Claude Code 체험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12–16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 · 시각화 · 시사다큐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72h(13주)  ·  ⑥ 48h(14주)  ·  ⑨ 72h(16주) 순으로 완료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965960"/>
            <a:ext cx="11064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65960"/>
            <a:ext cx="1188720" cy="7772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2585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1965960" y="196596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데이터 탐사보도 핵심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vs 탐사보도 · 단발성 vs 누적 수집 · 프로젝트2(정보프로그램) 기획·착수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834640"/>
            <a:ext cx="11064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834640"/>
            <a:ext cx="118872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926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1272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1965960" y="28346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프로젝트2 완성·발표 32h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 「이게 사실일까?」로 배우는 완성법 · ⑧ 완료 · 데이터 시각화 착수 8h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703320"/>
            <a:ext cx="11064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703320"/>
            <a:ext cx="1188720" cy="7772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794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9959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3400" dirty="0"/>
          </a:p>
        </p:txBody>
      </p:sp>
      <p:sp>
        <p:nvSpPr>
          <p:cNvPr id="23" name="Text 20"/>
          <p:cNvSpPr txBox="1"/>
          <p:nvPr/>
        </p:nvSpPr>
        <p:spPr>
          <a:xfrm>
            <a:off x="1965960" y="370332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시각화 40h (⑥ 합계 48h)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Matplotlib·Seaborn·Flourish + Photoshop·AE로 CG 마감 · ⑥ 완료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11064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4572000"/>
            <a:ext cx="118872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663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8646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3400" dirty="0"/>
          </a:p>
        </p:txBody>
      </p:sp>
      <p:sp>
        <p:nvSpPr>
          <p:cNvPr id="28" name="Text 25"/>
          <p:cNvSpPr txBox="1"/>
          <p:nvPr/>
        </p:nvSpPr>
        <p:spPr>
          <a:xfrm>
            <a:off x="1965960" y="45720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제작 40h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가상 인물 시트 · AI 소스 · 러프컷 (시사 다큐 10분 이내)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5440680"/>
            <a:ext cx="1188720" cy="7772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5532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7332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3400" dirty="0"/>
          </a:p>
        </p:txBody>
      </p:sp>
      <p:sp>
        <p:nvSpPr>
          <p:cNvPr id="33" name="Text 30"/>
          <p:cNvSpPr txBox="1"/>
          <p:nvPr/>
        </p:nvSpPr>
        <p:spPr>
          <a:xfrm>
            <a:off x="1965960" y="54406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완성 32h + 수료식 8h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완료 · 프로젝트1·2·3 종합 상영·발표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PROJECTS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캡스톤 프로젝트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파이프라인을 반복하며 난이도가 한 단계씩 올라갑니다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965960"/>
            <a:ext cx="356616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65960"/>
            <a:ext cx="3566160" cy="50292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1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영상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 과목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RAG 보도 56h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904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3904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 이내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714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4471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 · 속보성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0383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737360" y="5038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8~9주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97680" y="1965960"/>
            <a:ext cx="356616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97680" y="1965960"/>
            <a:ext cx="356616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2628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2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정보프로그램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452628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 과목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⑧ 데이터 탐사보도 72h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3904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3904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없음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4714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0" y="4471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 · 매거진 구조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526280" y="50383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0" y="5038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12~13주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046720" y="1965960"/>
            <a:ext cx="356616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46720" y="1965960"/>
            <a:ext cx="356616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3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27532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 다큐멘터리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8275320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연계 과목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2354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시각화 활용 72h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275320" y="3904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분량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9235440" y="3904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 이내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8275320" y="44714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9235440" y="44714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· 선형 서사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8275320" y="50383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9235440" y="5038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15~16주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548640" y="5760720"/>
            <a:ext cx="109728" cy="5486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8680" y="5733288"/>
            <a:ext cx="10744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프로젝트1 직후 MBC 현장실습에서 실무 기준으로 점검받고, 프로젝트3은 인터뷰·촬영 영상까지 AI로 제작하며 AI 표기 원칙을 적용합니다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83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spc="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TOOLKIT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쓰고 따라 해 볼 자료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07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수업에서 직접 만들고 고쳐 보는 도구와 사례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spc="-2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6492240"/>
            <a:ext cx="128016" cy="128016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965960"/>
            <a:ext cx="35661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0116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도메인별 챗봇 지시문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9260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v1→v8 파인튜닝. v8에서 뉴스·브랜드·트렌드 챗봇 3종으로 분리 (2분·1분·30초)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1965960"/>
            <a:ext cx="35661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280" y="20116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방송 뉴스 원고작성봇 v1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29260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결함을 막는 절대규칙 4개, 출력 전 자체검증 단계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1965960"/>
            <a:ext cx="35661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20116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2148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팩트체크 실습 세트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9260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워크시트와 해답가이드, 지침 개선 전/후 비교표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35661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206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48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4343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코랩 노트북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51206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 3개 구성 · 나눔고딕. 12주 분석 예시(미세먼지·KOSIS·주식) 포함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97680" y="4160520"/>
            <a:ext cx="35661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4206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48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0" y="4343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수집 실습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51206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기상청 API Apps Script 트리거(매일 7시), 박스오피스 코랩 4종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46720" y="4160520"/>
            <a:ext cx="3566160" cy="2057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75320" y="4206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4800" dirty="0"/>
          </a:p>
        </p:txBody>
      </p:sp>
      <p:sp>
        <p:nvSpPr>
          <p:cNvPr id="31" name="Text 28"/>
          <p:cNvSpPr txBox="1"/>
          <p:nvPr/>
        </p:nvSpPr>
        <p:spPr>
          <a:xfrm>
            <a:off x="9418320" y="4343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사례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51206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추석 날씨 이슈리포트(프로젝트1) · 「이게 사실일까?」 정보프로그램(프로젝트2) · 배달앱 수수료 탐사 데모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2E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114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MUST</a:t>
            </a:r>
            <a:endParaRPr lang="en-US" sz="8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KNOW</a:t>
            </a:r>
            <a:endParaRPr lang="en-US" sz="8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926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spc="-6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074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과정에서 꼭 가져갈 세 가지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663440" y="0"/>
            <a:ext cx="109728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502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50292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그럴듯하게 지어냅니다</a:t>
            </a:r>
            <a:endParaRPr lang="en-US" sz="230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관계자 코멘트를 세 번 모두 지어낸 실제 사례(10주). 근거는 직접 확인하고 최종 판단은 사람이 합니다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4773168" y="2331720"/>
            <a:ext cx="7415784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0" y="2514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51460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숫자는 읽기 전에 따져봅니다</a:t>
            </a:r>
            <a:endParaRPr lang="en-US" sz="230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셌는가 · 언제 기준인가 · 분모는 무엇인가 · 1차 출처인가 · 지어낸 것은 없는가 (13주 숫자 점검표)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4773168" y="4343400"/>
            <a:ext cx="7415784" cy="731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45262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4526280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만든 것은 AI라고 밝힙니다</a:t>
            </a:r>
            <a:endParaRPr lang="en-US" sz="230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아바타·재연 컷·가상 인물에 표기하고, 실존 인물의 얼굴·로고·개인정보는 만들지 않습니다 (13·15주)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64465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데이터 저널리스트 양성 과정  ·  전체 과정 안내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91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WORKS.</a:t>
            </a:r>
            <a:endParaRPr lang="en-US" sz="8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188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spc="-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PORTFOLIO.</a:t>
            </a:r>
            <a:endParaRPr lang="en-US" sz="84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356616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작품 세 편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이슈 리포트 · 정보프로그램 · 시사 다큐를 한곳에 정리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3017520"/>
            <a:ext cx="356616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과정 기록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840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기획서·시나리오·가상 인물 시트, 파이프라인과 사용한 AI 도구 한 장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0" y="3017520"/>
            <a:ext cx="3566160" cy="25146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2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공개할 때의 원칙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3840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표기·출처 자막은 지우지 않기, 실존 인물·로고·개인정보 금지</a:t>
            </a:r>
            <a:endParaRPr lang="en-US" sz="1600" dirty="0"/>
          </a:p>
        </p:txBody>
      </p:sp>
      <p:pic>
        <p:nvPicPr>
          <p:cNvPr id="15" name="Image 1" descr="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0720"/>
            <a:ext cx="12191695" cy="10972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1520" y="57607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수료 후, 작품 세 편이 곧 포트폴리오입니다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데이터 저널리스트 양성 과정 · 전체 과정 안내</dc:title>
  <dc:subject>PptxGenJS Presentation</dc:subject>
  <dc:creator>PptxGenJS</dc:creator>
  <cp:lastModifiedBy>PptxGenJS</cp:lastModifiedBy>
  <cp:revision>1</cp:revision>
  <dcterms:created xsi:type="dcterms:W3CDTF">2026-10-16T01:12:42Z</dcterms:created>
  <dcterms:modified xsi:type="dcterms:W3CDTF">2026-10-16T01:12:42Z</dcterms:modified>
</cp:coreProperties>
</file>