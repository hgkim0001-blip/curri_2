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332720" y="914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572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9875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200" b="1" spc="-2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저작권·초상권·표시광고법, 요즘 이런 일이 벌어집니다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[MBC 미디어캠퍼스] AI 기반 데이터 저널리스트 양성 과정 · 1주차 보강 자료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법적 책임 파트 도입용 사례 10선과 자주 나오는 질문 3가지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2026-10-07 · 모든 사례는 언론 보도 기준이며 판결문·처분서 원문은 확인하지 못했습니다.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한눈에 보기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80160"/>
                <a:gridCol w="3291840"/>
                <a:gridCol w="5943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수업 도입 질문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9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저작권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영화·드라마 “패스트무비”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10분 요약 영상, 수익까지 나누는데 왜 불법일까?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저작권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방송3사 vs 네이버·OpenAI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 회사 뉴스가 AI 학습에 쓰이면?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초상권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50만 유튜버 “신상 까야 돼”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공익 제보 영상인데 왜 배상일까?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초상권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길거리 영상 SNS 업로드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얼굴 나온 길거리 영상, 올려도 될까?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초상권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일본 법원 “목소리도 권리”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AI로 만든 목소리가 왜 문제일까?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표시광고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공정위 인플루언서 첫 제재(2019)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인스타 후기, 광고인지 어떻게 알죠?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⑦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표시광고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광고대행사 “네오프”(2025)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제재받는 건 인플루언서일까 광고주일까?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⑧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표시광고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네이버 블로그 협찬 표시 강화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“내돈내산”인데 돈을 받았다면?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대통령 목소리 딥페이크 광고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대통령 목소리 광고, 누가 책임질까?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기본법 시행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AI로 만들었다고 꼭 밝혀야 할까?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저작권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① 영화·드라마 “패스트무비”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질문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 요약 영상, 광고 수익까지 받는데 왜 불법일까?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일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CJ ENM 등이 영화·드라마를 짧게 줄여 올리는 채널에 법적 대응을 본격화 (2025.10)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3830"/>
            <a:ext cx="1106424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10406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286000" y="4010406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요약·편집이라도 원저작자 동의가 없으면 복제권·전송권·2차적저작물작성권 침해. 유튜브 Content ID로도 다 막지 못한다는 지적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48640" y="4875276"/>
            <a:ext cx="1106424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11852"/>
            <a:ext cx="1554480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286000" y="4911852"/>
            <a:ext cx="9326880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일본에서는 2022년 이후 제작자에게 5억 엔 규모 배상과 형사처벌 선고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저작권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② 방송3사 vs 네이버·OpenAI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질문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회사 뉴스가 AI 학습 데이터로 쓰이면 어떻게 될까?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일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KBS·MBC·SBS가 네이버(서울중앙지법, 2026.4.9 4차 변론)와 OpenAI(2026.2.23 제소)를 상대로 소송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3830"/>
            <a:ext cx="1106424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10406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쟁점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286000" y="4010406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네이버: 뉴스 기사는 보호 대상이 아니고 제휴 계약으로 이용 권한이 있다. 방송사: 뉴스는 막대한 투자가 담긴 저작물이다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초상권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③ 50만 유튜버 “신상 까야 돼”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질문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불친절한 가게 주인의 영상을 올렸는데 왜 내가 배상해야 하지?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554480" cy="864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9326880" cy="864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구독자 50만 유튜버가 점주의 신상을 공개하겠다고 압박. 서울중앙지법이 초상권·인격권 침해를 인정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937000"/>
            <a:ext cx="1106424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73576"/>
            <a:ext cx="1554480" cy="864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86000" y="3973576"/>
            <a:ext cx="9326880" cy="864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배상 1,500만 원(보도 기준), 영상 7일 내 삭제 명령(불이행 시 하루 50만 원). 형사로는 협박·모욕 혐의 송치. 보도 시점에 항소심 진행 중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801616"/>
            <a:ext cx="1106424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38192"/>
            <a:ext cx="1554480" cy="864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286000" y="4838192"/>
            <a:ext cx="9326880" cy="864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얼굴이 안 나와도 쉽게 특정되면 문제. 구독자가 많을수록 피해가 커진다고 판단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초상권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④ 길거리 영상 SNS 업로드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질문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얼굴이 나온 길거리 영상, 올려도 될까?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얼굴이 식별되면 동의 없는 공개는 민사상 초상권 침해가 될 수 있고, 조회수가 높고 얼굴 비중이 클수록 배상액이 커질 수 있음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3830"/>
            <a:ext cx="1106424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10406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위험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286000" y="4010406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조롱 자막·댓글을 달면 사이버 명예훼손·모욕으로 번질 수 있음 (정보통신망법상 최대 징역 3년·벌금 3천만 원 수준)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초상권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⑤ 일본 법원 “목소리도 권리”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질문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만든 목소리가 내 목소리가 아니라면 괜찮을까?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554480" cy="1288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9326880" cy="1288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2026.9.30 도쿄지법이 성우 쓰다 겐지로의 목소리를 AI로 흉내 낸 영상 사건에서 목소리를 퍼블리시티권 보호 대상으로 인정 (일본 최초 보도). 영상이 이미 삭제돼 삭제 청구는 기각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8640" y="4360545"/>
            <a:ext cx="1106424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97121"/>
            <a:ext cx="1554480" cy="1288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286000" y="4397121"/>
            <a:ext cx="9326880" cy="1288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2026.1 박수현 의원이 “퍼블리시티권 보호법” 발의 보도: 얼굴·목소리·성명을 독립된 권리로, 사후 30년 보호, AI 모사물 표시 의무, 악의적 침해 시 최대 5배 배상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인플루언서 표시광고법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⑥ 공정위의 첫 인플루언서 제재 (2019.11)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질문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인스타그램 후기, 광고인지 아닌지 어떻게 알 수 있죠?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일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대가를 주고 인스타그램에서 광고하게 하면서 그 사실을 밝히지 않은 7개 사업자(화장품·소형가전·건강기능식품)를 제재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3830"/>
            <a:ext cx="1106424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10406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286000" y="4010406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시정명령과 금전 제재 합계 약 2억 6,900만 원 (해외 로펌 요약 기준)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인플루언서 표시광고법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⑦ 광고대행사 “네오프” (2025.9)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질문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제재받는 건 인플루언서일까, 광고주일까?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일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인플루언서를 모집해 식당·숙박 체험 후기를 올리게 하면서 원고료 등 대가를 밝히지 않음. 209개 상품, 2,337건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3830"/>
            <a:ext cx="1106424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10406"/>
            <a:ext cx="1554480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286000" y="4010406"/>
            <a:ext cx="9326880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행위금지 시정명령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48640" y="4488561"/>
            <a:ext cx="1106424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25137"/>
            <a:ext cx="1554480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286000" y="4525137"/>
            <a:ext cx="9326880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제재받은 쪽은 인플루언서가 아니라 광고대행사. 자세한 설명은 6장 Q2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인플루언서 표시광고법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⑧ 네이버 블로그 협찬 표시 강화 (2024.12.1)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질문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“내돈내산”인데 나중에 돈을 돌려받았다면 광고일까?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협찬 문구를 글 중간·끝이 아니라 제목이나 첫머리에 명확히. “소정의 대가를 받을 수 있다” 같은 모호한 표현은 부적절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3830"/>
            <a:ext cx="1106424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10406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 대상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286000" y="4010406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금전·제품 제공, 구매 링크 수수료, 후기 작성 뒤 환급(“내돈내산” 형태 포함), 광고주와의 고용 관계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48640" y="4875276"/>
            <a:ext cx="1106424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11852"/>
            <a:ext cx="1554480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위반 시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286000" y="4911852"/>
            <a:ext cx="9326880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또는 게시물 삭제 등 (보도 기준)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기타 — AI가 만드는 새로운 문제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⑨ 대통령 목소리 딥페이크 투자 광고 (2026.4)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질문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대통령 목소리로 “한국인 10만 명이 수익”이라는 광고, 누가 책임질까?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일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대통령 목소리와 재계 총수 이미지를 AI로 사칭한 투자 광고가 유튜브 중간광고로 유통 (서울신문 2026.4.21)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3830"/>
            <a:ext cx="1106424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10406"/>
            <a:ext cx="1554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286000" y="4010406"/>
            <a:ext cx="93268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정부는 2025.12 AI 생성물 표시 의무화, 악의적 허위정보 최대 5배 징벌적 배상 등을 발표. 다만 집행은 단계적이고 공백이 있다는 지적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기타 — AI가 만드는 새로운 문제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⑩ AI 기본법 시행 (2026.1.22)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질문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만든 이미지·영상에 “AI 생성”이라고 꼭 써야 할까?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554480" cy="117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9326880" cy="117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 결과물에는 식별 표시가 필요. 눈에 안 보이는 디지털 워터마크도 허용되지만, 실존 인물을 모사한 딥페이크는 사람이 인식할 수 있게 표시해야 함 (보도 기준)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4250055"/>
            <a:ext cx="1106424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86631"/>
            <a:ext cx="1554480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286000" y="4286631"/>
            <a:ext cx="9326880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표시·투명성 의무는 주로 AI 서비스 사업자 대상이며 이용자 개인 전부에게 일률 적용되는 것은 아님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48640" y="5077841"/>
            <a:ext cx="1106424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14417"/>
            <a:ext cx="1554480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D9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집행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286000" y="5114417"/>
            <a:ext cx="9326880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과태료는 1년 이상 계도 기간. 자료마다 일정이 달라 과기정통부 공식 안내로 확인 필요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자주 나오는 질문 3가지 (답부터 읽으세요)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Q. AI로 만든 제작물은 모두 표시해야 하나?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11064240" cy="64008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77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모두는 아닙니다. 시청자가 실제라고 믿을 수 있는 제작물은 반드시 표시합니다.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11064240" cy="82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반드시 표시: 실존 인물 얼굴·목소리 합성 / 뉴스·다큐에서 실제처럼 보이는 AI 이미지·영상 / 광고의 AI 모델·AI 후기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028440"/>
            <a:ext cx="11064240" cy="82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표시 불필요: 초안 작성·자막 교정 같은 도구 보조. 명백한 창작물(애니메이션 등)은 의무는 크지 않지만 표기를 권장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856480"/>
            <a:ext cx="11064240" cy="82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법: AI 기본법의 표시 의무는 주로 AI 사업자 대상. 광고는 소비자를 속이면 표시광고법, 선거 딥페이크는 공직선거법, 합성 콘텐츠 공개 설정은 유튜브 등 플랫폼 정책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684520"/>
            <a:ext cx="11064240" cy="45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사실을 다루는 데이터 저널리즘 제작물은 표시하는 쪽을 기본값으로 두는 것이 안전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자주 나오는 질문 3가지 (답부터 읽으세요)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Q. 뒷광고로 제재받는 건 누구인가?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11064240" cy="64008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77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주로 광고주(사업자)와 광고대행사입니다. 인플루언서 개인의 직접 제재 여부는 자료마다 다릅니다.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11064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실제 제재: 2019년 7개 사업자, 2025년 광고대행사 네오프 — 모두 인플루언서 본인이 아님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3954780"/>
            <a:ext cx="11064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2020년 보도: 현행법상 처벌 대상은 광고를 의뢰한 사업자뿐이고, 공정위가 인플루언서를 사업자로 보는 방안을 검토 중이라고 전함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64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인플루언서가 자기 상품을 팔거나 공동구매를 하면 본인이 광고주(사업자)로 직접 대상이 되는 경우가 많음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463540"/>
            <a:ext cx="1106424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표기 의무는 제작자도 지켜야 함. 어기면 광고주와의 분쟁, 플랫폼 조치, 신뢰 하락이 따름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자주 나오는 질문 3가지 (답부터 읽으세요)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Q. 언론사 기사를 가져올 때 “사람이 재구성”한다는 뜻은?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11064240" cy="64008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77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기사 본문을 AI에 통째로 넣어 다듬지 않고, 사실만 뽑아 내 문장으로 새로 쓴다는 뜻입니다.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11064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저작권이 보호하는 것은 기사의 표현(문장·구성·사진·해설)이고, 사실 자체(누가·언제·얼마)는 자유롭게 쓸 수 있음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3954780"/>
            <a:ext cx="11064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수집 단계: 제목·요약·링크·발행일까지만 가져오고, 본문 전체를 긁어 저장하거나 AI에 입력하지 않음 (약관·robots.txt로 막는 경우도 많음)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64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재구성 순서: 사실·수치만 메모 → 출처(언론사·날짜·링크) 기록 → 내 구조와 내 문장으로 작성 → 인용은 짧게 따옴표와 출처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463540"/>
            <a:ext cx="11064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문장만 살짝 바꿔 베끼는 것은 재구성이 아님. 단순 사실 알림 단신 외의 분석·해설·사진은 저작물로 봄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 출처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패스트무비 — 전자신문 2025.10.15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https://www.etnews.com/20251015000176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0665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네이버·지상파 3사 소송 — 머니투데이방송 2026.4.9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https://news.mtn.co.kr/news-detail/2026040915330140911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7614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OpenAI 소송 — 디지털데일리 2026.2.24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https://www.ddaily.co.kr/page/view/2026022411595455501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50만 유튜버 판결 — 헤럴드경제 2026.6.16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https://www.heraldk.com/article/2026061600450076090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1513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길거리 영상 — 뉴시스 2022.11.2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https://www.newsis.com/view/NISX20221102_0002071589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일본 법원 AI 목소리 — 파이낸셜뉴스 2026.9.30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https://www.fnnews.com/news/202609301613552047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54126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퍼블리시티권 보호법 — 아시아경제 2026.1.5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https://www.asiae.co.kr/article/2026010515474464562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보강 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 출처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첫 인플루언서 제재 — 김·장 법률사무소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https://www.kimchang.com/ko/insights/detail.kc?sch_section=4&amp;idx=20687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0665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광고대행사 제재 — 이데일리 마켓인 2025.9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https://marketin.edaily.co.kr/News/ReadE?newsId=02847046642301760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7614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네이버 블로그 협찬 표시 — 머니투데이방송 2024.11.28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https://news.mtn.co.kr/news-detail/2024112813355447139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딥페이크 투자 광고 — 서울신문 2026.4.21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https://m.seoul.co.kr/news/2026/04/21/20260421500171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1513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⑩ AI 기본법 — 국민일보 2026.1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https://www.kmib.co.kr/article/view.asp?arcid=1768984300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 뒷광고 처벌 대상(2020) — 아시아경제 2020.8.22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https://view.asiae.co.kr/article/2020082209501224787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54126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 제재 대상 설명 — 로톡 법률 정보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https://www.lawtalk.co.kr/posts/163377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저작권·초상권·표시광고법, 요즘 이런 일이 벌어집니다</dc:title>
  <dc:subject>PptxGenJS Presentation</dc:subject>
  <dc:creator>PptxGenJS</dc:creator>
  <cp:lastModifiedBy>PptxGenJS</cp:lastModifiedBy>
  <cp:revision>1</cp:revision>
  <dcterms:created xsi:type="dcterms:W3CDTF">2026-10-16T02:28:55Z</dcterms:created>
  <dcterms:modified xsi:type="dcterms:W3CDTF">2026-10-16T02:28:55Z</dcterms:modified>
</cp:coreProperties>
</file>