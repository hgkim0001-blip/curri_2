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9" r:id="rId13"/>
    <p:sldId id="270" r:id="rId14"/>
  </p:sldIdLst>
  <p:sldSz cx="16256000" cy="9144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>
        <p:scale>
          <a:sx n="87" d="100"/>
          <a:sy n="87" d="100"/>
        </p:scale>
        <p:origin x="-318" y="-3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10/16/2026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사용자 지정</PresentationFormat>
  <Paragraphs>0</Paragraphs>
  <Slides>13</Slides>
  <Notes>0</Notes>
  <HiddenSlides>0</HiddenSlides>
  <MMClips>0</MMClip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13</vt:i4>
      </vt:variant>
    </vt:vector>
  </HeadingPairs>
  <TitlesOfParts>
    <vt:vector size="14" baseType="lpstr"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cp:lastModifiedBy>KHG</cp:lastModifiedBy>
  <cp:revision>2</cp:revision>
  <dcterms:created xsi:type="dcterms:W3CDTF">2006-08-16T00:00:00Z</dcterms:created>
  <dcterms:modified xsi:type="dcterms:W3CDTF">2026-10-16T02:16:38Z</dcterms:modified>
</cp:coreProperties>
</file>