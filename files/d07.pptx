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86868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0" b="1" spc="-8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</a:t>
            </a:r>
            <a:endParaRPr lang="en-US" sz="168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3716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도메인에 맞는 뉴스 세팅하기 (1/3)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도메인 확장 · 로봇저널리즘 · AI 기사생성 원리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29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뉴스뿐 아니라 브랜드·트렌드까지, 도메인을 넓힌다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694944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623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 도메인에 맞는 뉴스 세팅하기  120h 중 1/3(40h)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41280" y="-128016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학습 목표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5661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지도 그리기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26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4대 도메인(정치·경제·사회·문화)에 브랜드·제품·트렌드가 더해진 이유와 공통점을 이해한다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35661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로봇저널리즘 원리 파악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526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데이터가 기사가 되는 과정을 이해하고, AI 기사생성과의 차이를 구분한다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6720" y="2194560"/>
            <a:ext cx="35661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 챗봇 만들기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526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검증한 프롬프트를 GPTs·Gemini Gems·Claude Projects 챗봇으로 저장해 매번 입력 없이 재사용한다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복습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뉴스에서 브랜드·트렌드까지 — 도메인을 넓힌 이유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원안: 기자 지망생 중심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정치 · 경제 · 사회 · 문화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062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취재 대상이 ‘사회적 이슈’로 한정되어 유튜버·마케터·소상공인에게는 접점이 적었다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0" y="2011680"/>
            <a:ext cx="5669280" cy="41148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재구성: 콘텐츠 제작자 전체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834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브랜드 · 제품 · 트렌드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2062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7단계 파이프라인(기획→수집→정제→인사이트 분석→팩트체크→스크립트화→영상화)로 브랜드 홍보물·트렌드 리포트까지 제작할 수 있다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052560" y="-1828800"/>
            <a:ext cx="4023360" cy="40233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DOMAIN MAP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도메인 지도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정치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정책·선거·공직자 발언 검증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경제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시황·기업 실적·소비 동향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194560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사건·사고·공공 이슈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160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공연·전시·트렌드 현상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97680" y="3977640"/>
            <a:ext cx="3566160" cy="160020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160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제품·서비스 홍보, 협찬 콘텐츠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46720" y="3977640"/>
            <a:ext cx="3566160" cy="160020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4160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유행, 소비자 반응 분석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빨간 카드 = 이번 재구성에서 새로 추가된 도메인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기획 · 파이프라인의 첫 단계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영상은 기획에서 결정된다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66160" cy="224028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What? 무엇을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26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만들 것인가 — 주제와 핵심 메시지, 한 문장으로 말할 수 있어야 한다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66160" cy="224028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Why? 왜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26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만드는가 — 누구에게 어떤 변화를 주려는가, 왜 지금인가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66160" cy="224028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How? 어떻게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926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만들 것인가 — 형식과 구성, 데이터와 검증, 제작 방법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064240" cy="178308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6177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데이터, 다른 영상</a:t>
            </a:r>
            <a:endParaRPr lang="en-US" sz="22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데이터도 기획에 따라 뉴스 리포트, 정보프로그램, 다큐멘터리, 브랜드 영상으로 전혀 다르게 만들어집니다. AI가 거들어도 “What to Say?(무엇을 만들 것인가?)”는 결국 제작자가 정합니다. 이번 주에는 도메인별 기획을 본격적으로 배웁니다.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-1463040"/>
            <a:ext cx="3291840" cy="329184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기획서 작성요령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작성요령 = What · Why · How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8745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1920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· 무엇을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202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주제와 한 문장 핵심 메시지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807208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76148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8072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왜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80720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누구에게 어떤 변화를 주려는가, 왜 지금인가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694176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648456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2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369417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· 형식과 구성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694176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뉴스·정보프로그램·다큐 등 형식, 분량, 구성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581144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535424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52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58114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· 데이터와 검증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4581144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데이터를 어디서 구하고 무엇을 어떻게 검증할 것인가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468112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42239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520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54681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· 윤리·AI 점검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546811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위험, AI 사용 범위, 고지 방법 (다음 장 체크리스트 활용)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윤리·법적 점검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기획서에 먼저 적는 윤리·법적 체크리스트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84248"/>
            <a:ext cx="347472" cy="347472"/>
          </a:xfrm>
          <a:prstGeom prst="rect">
            <a:avLst/>
          </a:prstGeom>
          <a:solidFill>
            <a:srgbClr val="FFFFFF"/>
          </a:solidFill>
          <a:ln w="381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78308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실존 인물·기업을 다룬다면 사실 확인과 반론 기회를 계획에 넣었는가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852928"/>
            <a:ext cx="347472" cy="347472"/>
          </a:xfrm>
          <a:prstGeom prst="rect">
            <a:avLst/>
          </a:prstGeom>
          <a:solidFill>
            <a:srgbClr val="FFFFFF"/>
          </a:solidFill>
          <a:ln w="381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265176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쓰려는 이미지·영상·음악의 권리를 확인했는가 — AI 생성물도 예외가 아니다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21608"/>
            <a:ext cx="347472" cy="347472"/>
          </a:xfrm>
          <a:prstGeom prst="rect">
            <a:avLst/>
          </a:prstGeom>
          <a:solidFill>
            <a:srgbClr val="FFFFFF"/>
          </a:solidFill>
          <a:ln w="381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3040" y="352044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얼굴·목소리가 나온다면 동의를 받았는가, 실존 인물의 AI 합성은 하지 않는가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590288"/>
            <a:ext cx="347472" cy="347472"/>
          </a:xfrm>
          <a:prstGeom prst="rect">
            <a:avLst/>
          </a:prstGeom>
          <a:solidFill>
            <a:srgbClr val="FFFFFF"/>
          </a:solidFill>
          <a:ln w="381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63040" y="438912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협찬·광고 여부와 AI 생성 사실을 어디에, 어떻게 고지할 것인가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점검은 기획서에 한 줄로 남깁니다 — 제작이 끝난 뒤 고치면 이미 늦습니다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1/4 · 도메인별 비교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도메인이 달라지면 기획이 달라진다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What·Why·How 양식, 도메인에 따라 채워지는 내용과 구성 뼈대가 달라집니다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46120"/>
                <a:gridCol w="34290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뉴스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트렌드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4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55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What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오늘 확인된 사실 한 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지금 화제가 되는 현상 한 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대상에게 주는 혜택 한 문장 — 제품·서비스의 핵심 매력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55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Why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 권리 — 왜 지금 전해야 하나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소비자 반응·행동의 변화를 읽어 공감과 정보를 준다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소비자의 관심을 방문·구매·저장 같은 행동으로 연결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55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How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역피라미드, 수치·출처 중심 (2분)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구어체·후기형, 짧은 호흡 (30초)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감성 카피 + 소재 속 사실로 뒷받침, 짧고 선명하게 (1분)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55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구성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앵커멘트 → 본문 → 클로징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공감형 후킹 → 경험담·반응 → 감탄 마무리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AIDA — 주의(훅) → 관심 → 욕구 → 행동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55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자료에 없는 사실·발언 만들기 금지, 출처 표기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일부 반응을 전체 유행처럼 쓰지 않기, 순위 단정 금지, 출처·기간 표기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소재에 없는 효능·수치·수상 내역 금지, 협찬·AI 생성 고지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What·Why·How 양식에 내용만 바꿉니다. 다음 장부터 뉴스·브랜드·트렌드를 하나씩 살펴봅니다.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2/4 · 뉴스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기획 — 사실이 먼저, 검증 계획이 기획서에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566160" cy="269748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아이템 선정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뉴스인가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017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시의성(지금 필요한 정보인가), 공공성(많은 사람에게 영향을 주는가), 확인 가능성(데이터로 확인할 수 있는가)을 따집니다.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566160" cy="269748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3712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기획서에 먼저 적을 것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· 검증 · 반론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3017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데이터를 어디서 구할지, 무엇을 어떻게 검증할지, 실존 인물·기업이 나오면 반론 기회를 어떻게 줄지 미리 적습니다.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566160" cy="269748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02752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앵커멘트 + 본문 + 클로징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3017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결론과 핵심 사실을 앞에 두는 역피라미드. 수치와 출처가 중심이고 어조는 절제합니다.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60020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773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· 추석 연휴 날씨 이슈 리포트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577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연휴 기간 지역별 날씨 한 줄 요약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5577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이동·성묘 계획에 바로 영향을 주는 정보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5577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기상청 예보 수집 → 앵커멘트·본문·클로징으로 구성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3/4 · 브랜드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기획 — 4단계 뼈대로 짧게 쓴다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제품, 한 메시지. 감성 카피지만 소재에 있는 사실 위에서만 씁니다 (AIDA 구조)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2514600" cy="13716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주의 (훅)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3042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문장 — 타깃의 상황·고민을 건드린다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1945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55848" y="1783080"/>
            <a:ext cx="2514600" cy="13716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38728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관심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3042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매력 한 가지 — 대상과 혜택 한 문장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70448" y="21945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63056" y="1783080"/>
            <a:ext cx="2514600" cy="13716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욕구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23042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소재에 있는 성분·특징·후기 사실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77656" y="21945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70264" y="1783080"/>
            <a:ext cx="2514600" cy="13716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53144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행동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53144" y="23042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행동 한 가지 — 방문·구매·저장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기획서에 먼저 정할 것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39319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누구에게 어떤 혜택을 주는지 한 문장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쓸 수 있는 사실 목록 — 소재 자료에 있는 것만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협찬·광고, AI 생성 사실을 어떻게 고지할지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33375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스크립트에 들어가는 내용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 문장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타깃이 공감할 상황 한 줄로 시작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453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소구점 + 근거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 한 문장 + 자료 속 사실 2~3개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49743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유도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컷에 행동 문구 한 줄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소재에 없는 효능·수치·수상 내역, 사실과 다른 과장은 쓰지 않습니다. 이 뼈대를 알고 스크립트를 쓰면 AI 결과도 빠진 단계를 바로 찾아낼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4/4 · 트렌드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기획 — 반응 데이터가 근거다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가볍고 짧은 호흡이지만, 근거는 수집한 반응 데이터에서 가져옵니다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공감형 후킹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304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한 줄 — “요즘 ~ 해본 적 있어?” 같은 공감 질문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경험담 · 반응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304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반응·검색량 등 근거 사례 2~3개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감탄 마무리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304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감탄 + 저장·공유 유도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기획서에 먼저 정할 것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9319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어떤 유행·현상을 다루는지 한 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수집할 근거 — SNS 반응, 검색량, 후기 등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기준 기간과 출처 (언제, 어디 데이터인지)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3337560"/>
            <a:ext cx="5486400" cy="21945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스크립트에 들어가는 내용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후킹 질문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공감을 부르는 질문 한 문장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453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 사례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정확하게, 출처·기간 표기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49743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 한 줄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구어체 감탄 + 행동 유도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반응을 전체 유행처럼 쓰지 않았는지, 인기 순위를 근거 없이 단정하지 않았는지 점검합니다. 뼈대를 알면 AI가 지어낸 반응도 바로 보입니다.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-1645920"/>
            <a:ext cx="3474720" cy="347472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F255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5-1 · 로봇저널리즘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로봇저널리즘이란?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774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6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</a:t>
            </a:r>
            <a:endParaRPr lang="en-US" sz="7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6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기사로</a:t>
            </a:r>
            <a:endParaRPr lang="en-US" sz="7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09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정형화된 데이터를 미리 정한 템플릿(알고리즘)에 자동으로 채워 넣어 기사를 생성하는 방식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0" y="1920240"/>
            <a:ext cx="5943600" cy="9144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9788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활용 분야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19202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증시 시황, 스포츠 경기 결과, 기업 실적 발표, 기상 속보처럼 반복적이고 정형화된 뉴스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2962656"/>
            <a:ext cx="5943600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2962656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국내외 사례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962656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통신사는 실적 발표 시즌마다 자동 생성 기사로 수백 건을 실시간 배포, 국내 일부 매체도 시황·날씨 속보에 자동 기사 실험 도입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4279392"/>
            <a:ext cx="5943600" cy="7772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97880" y="427939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427939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속도(수초 내 발행)와 정확성(사람의 계산 실수 없음)에 강점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5184648"/>
            <a:ext cx="5943600" cy="9144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97880" y="518464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51846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데이터가 없는 사안, 맥락·해석이 필요한 심층 기사에는 적용이 어려움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5-2 · 비교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로봇저널리즘 vs. 생성형 AI 기사작성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43434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057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로봇저널리즘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(템플릿 기반)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4290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미리 정한 문장 틀에 데이터만 삽입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정형 데이터(숫자·표)에 강함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표현이 정형적·반복적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예: “[종목]이 [수치]% 상승 마감”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94960" cy="434340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057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 기사작성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(LLM 기반)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290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프롬프트로 맥락·톤을 지정해 문장을 새로 생성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비정형 데이터(인터뷰·자료)도 요약 가능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표현이 다양하고 유연함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예: 자료를 요약해 스토리 흐름이 있는 기사 초안 작성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5-3 · 생성 원리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어떻게 기사를 ‘쓰는가’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011680" cy="219456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입력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880360"/>
            <a:ext cx="251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11780" y="2103120"/>
            <a:ext cx="2011680" cy="21945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038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0" dirty="0"/>
          </a:p>
        </p:txBody>
      </p:sp>
      <p:sp>
        <p:nvSpPr>
          <p:cNvPr id="14" name="Text 12"/>
          <p:cNvSpPr txBox="1"/>
          <p:nvPr/>
        </p:nvSpPr>
        <p:spPr>
          <a:xfrm>
            <a:off x="304038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지정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823460" y="2880360"/>
            <a:ext cx="251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2103120"/>
            <a:ext cx="2011680" cy="21945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톤앤매너 지정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880360"/>
            <a:ext cx="251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38060" y="2103120"/>
            <a:ext cx="2011680" cy="21945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666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0" dirty="0"/>
          </a:p>
        </p:txBody>
      </p:sp>
      <p:sp>
        <p:nvSpPr>
          <p:cNvPr id="22" name="Text 20"/>
          <p:cNvSpPr txBox="1"/>
          <p:nvPr/>
        </p:nvSpPr>
        <p:spPr>
          <a:xfrm>
            <a:off x="756666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생성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349740" y="2880360"/>
            <a:ext cx="251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0" y="2103120"/>
            <a:ext cx="2011680" cy="219456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2980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 검수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5720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핵심은 ‘① 자료 입력’과 ‘⑤ 사람의 검수’입니다. AI가 만든 초안은 반드시 사실 확인·톤 점검을 거쳐야 하며, 이 과정 없이 바로 발행하면 1주차에서 배운 할루시네이션·표시 의무 위반 위험이 그대로 남습니다.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5-4 · 톤앤매너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소재, 다른 도메인 — 톤앤매너 비교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4754880" cy="4572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소재: 신제품 무선이어폰 출시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2377440" cy="1143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146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2926080" y="251460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251460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“A사, 신형 무선이어폰 출시 — 배터리 30% 개선” — 사실 위주, 수치 중심, 절제된 어조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2377440" cy="114300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947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2926080" y="379476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46120" y="379476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“하루 종일 끊기지 않는 사운드, 이제 당신의 것” — 감성적 카피, 소비자 혜택 강조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2377440" cy="11430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749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2926080" y="507492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46120" y="507492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“요즘 이어폰 뭐 써? SNS서 화제인 신제품 뜯어봤다” — 구어체, 후기형, 캐주얼한 어조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1/2 · 설계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프롬프트의 5가지 요소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48132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 직업·경력을 부여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88920" y="15087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148132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도메인의 글 뼈대를 지정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0" y="15087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48132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 규칙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길이·어휘·이모지 등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15087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148132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 · 형식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문장, 해시태그 여부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09760" y="150876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148132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48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3042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금지사항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 말아야 할 것을 명시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금지 · 주의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55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뉴스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경력의 기자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역피라미드 — 리드에 누가·언제·무엇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추측 표현, 자료에 없는 사실·발언 만들기 금지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55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15년 경력의 카피라이터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AIDA (주의 → 관심 → 욕구 → 행동)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소재에 없는 효능·수치·수상 내역 금지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551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트렌드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20대 타겟 인플루언서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공감형 후킹 → 경험담 → 감탄 마무리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사실·인기 순위를 근거 없이 단정 금지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57607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“뉴스 톤으로 써줘”처럼 도메인 이름만 알려주면 밋밋한 글이 나옵니다. 결과를 좌우하는 것은 도메인 이름이 아니라 구체적인 지시입니다.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2/2 · 챗봇화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프롬프트를 챗봇으로 — 매번 채팅에 입력하지 않는다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프롬프트 테스트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소재를 3개 도메인 프롬프트로 실행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결과 점검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톤·형식 확인, 지어낸 내용 찾기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지시문 저장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GPTs·Gems·Projects의 지시문에 고정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52560" y="15087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재사용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011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소재·자료만 입력하면 도메인 글 완성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53949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테스트할 때 점검할 것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36118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자료에 없는 사실·수치·발언을 지어내지 않았는가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도메인에 맞는 톤과 구조(역피라미드·AIDA 등)를 지켰는가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분량·형식·금지사항 규칙을 지켰는가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5486400" cy="24231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챗봇에는 이렇게 나눠 넣는다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3657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지시문에 고정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· 구조 · 스타일 규칙 · 분량 · 금지사항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5262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입력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이번에 쓸 소재 · 수집한 자료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3주차에서 모은 자료를 이 챗봇에 넣어 씁니다. 지시문은 4주차에서 다듬어 완성도를 높입니다.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5-5 · 도구 지형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GPTs · Gemini Gems · Claude Projects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566160" cy="26974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GPTs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 지시문 + 참고파일을 저장해 재사용하는 챗봇을 만드는 기능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566160" cy="269748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Gems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생태계(검색·문서) 연동에 강점을 가진 맞춤형 챗봇 기능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66160" cy="26974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Projects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문서·다수 파일을 프로젝트 단위로 모아두고 일관된 맥락으로 대화하는 기능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7548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공통점: 세 도구 모두 ‘매번 같은 지시문을 반복 입력하지 않고, 도메인별 톤앤매너와 규칙을 미리 저장해 재사용’하는 것이 핵심 목적입니다. 이번 주에 하나를 골라 직접 만들어봅니다.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4937760"/>
            <a:ext cx="2560320" cy="256032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822960"/>
            <a:ext cx="5029200" cy="44348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11155680" y="822960"/>
            <a:ext cx="457200" cy="457200"/>
          </a:xfrm>
          <a:prstGeom prst="rtTriangl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실습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spc="-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spc="-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테스트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spc="-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챗봇 만들기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소재를 뉴스·브랜드·트렌드 3개 도메인 프롬프트로 테스트해 가장 잘 나온 지시문을 고르고, 나만의 도메인 챗봇으로 만들어 봅니다. 그 밖의 실습은 수업 중 그때그때 진행합니다.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143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예고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6459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 — 도메인에 맞는 뉴스 세팅하기 (2/3)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3657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원하는 도메인의 자료 수집·정제 요령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9692640" cy="548640"/>
          </a:xfrm>
          <a:prstGeom prst="roundRect">
            <a:avLst>
              <a:gd name="adj" fmla="val 50000"/>
            </a:avLst>
          </a:prstGeom>
          <a:solidFill>
            <a:srgbClr val="F2551E">
              <a:alpha val="0"/>
            </a:srgbClr>
          </a:solidFill>
          <a:ln w="1905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7607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[MBC 미디어캠퍼스] AI 기반 데이터 저널리스트 양성 과정 · 2주차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2주차 강의안</dc:title>
  <dc:subject>PptxGenJS Presentation</dc:subject>
  <dc:creator>PptxGenJS</dc:creator>
  <cp:lastModifiedBy>PptxGenJS</cp:lastModifiedBy>
  <cp:revision>1</cp:revision>
  <dcterms:created xsi:type="dcterms:W3CDTF">2026-10-16T00:50:50Z</dcterms:created>
  <dcterms:modified xsi:type="dcterms:W3CDTF">2026-10-16T00:50:50Z</dcterms:modified>
</cp:coreProperties>
</file>