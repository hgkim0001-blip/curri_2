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86868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0" b="1" spc="-8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</a:t>
            </a:r>
            <a:endParaRPr lang="en-US" sz="168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50495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협업 뉴스 영상 제작 및 자동화 (1/4)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영상문법·AI 프롬프트·도메인별 영상 3편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4937760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9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단원(5~8주)의 첫 주차 — 4주차 대본을 뉴스·브랜드·트렌드 영상 3편으로 완성합니다</a:t>
            </a:r>
            <a:endParaRPr lang="en-US" sz="209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91672" cy="512445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577840"/>
            <a:ext cx="10698480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 AI 협업 뉴스 영상 제작 및 자동화  영상문법(8h)+프롬프트(8h)+AI 소스 생성·Premiere 조립(16h)+현장탐방(8h)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학습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395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 이해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42519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샷 사이즈·앵글·편집 문법 등 영상의 기본 어휘를 익힌다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395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501896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프롬프트 구조 이해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3821430"/>
            <a:ext cx="318516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 용어를 AI 이미지·영상 생성 프롬프트로 변환하는 원리를 익힌다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39527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영상 3편 만들기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3821430"/>
            <a:ext cx="318516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대본(뉴스·브랜드·트렌드)을 AI 소스와 Premiere 조립으로 규격에 맞는 영상 3편으로 완성한다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단원 로드맵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5~8주차 — AI 협업 뉴스 영상 제작 및 자동화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2484882" cy="280035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2484882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723644"/>
            <a:ext cx="197304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(이번 주)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644140"/>
            <a:ext cx="1973047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영상문법·영상 3편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대본을 도메인별 영상 3편으로 첫 완성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033522" y="1577340"/>
            <a:ext cx="384048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17570" y="1577340"/>
            <a:ext cx="2484882" cy="280035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757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387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3563874" y="2293620"/>
            <a:ext cx="19730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편집실무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가편집·컷편집·색보정·사운드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902452" y="1577340"/>
            <a:ext cx="384048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86500" y="1577340"/>
            <a:ext cx="2484882" cy="280035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650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280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6432804" y="2293620"/>
            <a:ext cx="1973047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모션그래픽·그래픽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Effects·Photoshop으로 자막·CG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771382" y="1577340"/>
            <a:ext cx="384048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55430" y="1577340"/>
            <a:ext cx="2484882" cy="280035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543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0173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9301734" y="2293620"/>
            <a:ext cx="19730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본편집·프로젝트1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영상 준비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48640" y="4542282"/>
            <a:ext cx="11091672" cy="14005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542282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40시간 구성: 영상문법(8h) + 프롬프트(8h) + AI 소스 생성·Premiere 조립 실습(16h) + 현장탐방(8h, MBC 뉴스데스크)  ·  Premiere는 5주차 첫 조립 후 6주차부터 프로젝트마다 반복해 익힙니다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영상문법인가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시킬 때도 ‘언어’가 필요하다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11091672" cy="1189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2296" cy="11891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36928"/>
            <a:ext cx="1064361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막연한 지시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93493"/>
            <a:ext cx="106436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“연구소 장면 만들어줘”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2989453"/>
            <a:ext cx="11091672" cy="6410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989453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AI가 임의로 구도·거리·각도를 정함 — 매번 다른 결과, 원하는 그림이 안 나옴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795141"/>
            <a:ext cx="11091672" cy="15193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95141"/>
            <a:ext cx="82296" cy="15193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3996309"/>
            <a:ext cx="1064361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영상문법으로 지시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452874"/>
            <a:ext cx="106436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“연구원이 시험관을 들여다보는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미디엄 샷, 로우앵글, 실내조명”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79034"/>
            <a:ext cx="11091672" cy="64109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479034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피사체·거리·각도·조명이 구체적으로 정해짐 — 의도한 그림에 훨씬 가까운 결과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 · 샷 사이즈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샷 사이즈 — 피사체와의 거리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403867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40386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와이드샷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(Wide Shot)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926588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배경과 상황을 한눈에 — 장소·상황 설명용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스킨큐어 제주 농장 전경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403867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40386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미디엄샷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(Medium Shot)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926588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인물의 허리~가슴 위 — 행동과 표정을 함께 전달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연구원이 실험하는 모습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403867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40386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클로즈업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(Close-up)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926588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얼굴이나 사물의 디테일 — 감정·질감 강조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제품 텍스처, 성분 클로즈업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 · 앵글과 무브먼트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앵글 &amp; 무브먼트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18844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8844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하이앵글 (High Angle)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863088"/>
            <a:ext cx="313944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위에서 아래로 내려다보는 시점 — 작고 약해 보이게 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18844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18844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로우앵글 (Low Angle)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497963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아래에서 위로 올려다보는 시점 — 강하고 권위 있게 보이게 함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18844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18844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아이레벨 (Eye Level)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497963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눈높이 시점 — 가장 자연스럽고 객관적인 느낌, 뉴스에서 기본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889248"/>
            <a:ext cx="3587496" cy="18495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89248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4090416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팬(Pan) / 틸트(Tilt)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546981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카메라를 좌우/상하로 회전 — 넓은 공간이나 높이감을 보여줌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00728" y="3889248"/>
            <a:ext cx="3587496" cy="18495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00728" y="3889248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7616" y="4090416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줌인/줌아웃 (Zoom)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4547616" y="4546981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렌즈로 확대/축소 — 특정 디테일에 집중시키거나 전체 맥락을 보여줌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 · 편집과 뉴스 화면 구성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문법 &amp; 뉴스 영상의 화면 구성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5463540" cy="28750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28750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5015484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문법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10333"/>
            <a:ext cx="501548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컷(Cut): 장면을 즉시 전환 — 가장 기본적인 전환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몽타주: 여러 장면을 빠르게 이어 붙여 시간 경과·과정을 압축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인서트샷: 본 장면 사이에 세부 장면을 끼워 넣어 정보 보강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6772" y="1752600"/>
            <a:ext cx="5463540" cy="28750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752600"/>
            <a:ext cx="82296" cy="28750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953768"/>
            <a:ext cx="5015484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화면 구성 (4주차 대본 표기와 연결)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775458"/>
            <a:ext cx="5015484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[CG]: 그래픽으로 수치·통계를 화면에 띄움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[자료화면]: 관련 영상·사진 자료 삽입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[스탠드업]: 기자가 현장에서 얼굴을 비추고 말함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792218"/>
            <a:ext cx="11091672" cy="9712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792218"/>
            <a:ext cx="10689336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4주차에서 대본에 이미 [CG]·[자료화면]·[스탠드업]을 표기해왔습니다 — 이번 주에는 이 표기 하나하나를 실제 이미지·영상으로 만들고, 영상 3편으로 조립합니다.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구조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이미지·영상 생성 프롬프트의 구조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911096" cy="21069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1911096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84048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피사체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410460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무엇을/누구를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459736" y="1694180"/>
            <a:ext cx="384048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43784" y="1694180"/>
            <a:ext cx="1911096" cy="21069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3784" y="1694180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1840484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샷 사이즈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2760980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와이드/미디엄/클로즈업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694180"/>
            <a:ext cx="384048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138928" y="1694180"/>
            <a:ext cx="1911096" cy="21069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1694180"/>
            <a:ext cx="1911096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5232" y="184048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앵글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2410460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하이/로우/아이레벨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050024" y="1694180"/>
            <a:ext cx="384048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34072" y="1694180"/>
            <a:ext cx="1911096" cy="21069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2" y="1694180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0376" y="1840484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조명·분위기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7580376" y="2760980"/>
            <a:ext cx="145663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자연광/스튜디오/따뜻한톤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345168" y="1694180"/>
            <a:ext cx="384048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729216" y="1694180"/>
            <a:ext cx="1911096" cy="21069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9216" y="1694180"/>
            <a:ext cx="1911096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0" y="184048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스타일</a:t>
            </a:r>
            <a:endParaRPr lang="en-US" sz="23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2410460"/>
            <a:ext cx="14566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실사/일러스트/시네마틱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548640" y="3965702"/>
            <a:ext cx="11091672" cy="161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965702"/>
            <a:ext cx="82296" cy="16170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" y="4166870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예시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4655185"/>
            <a:ext cx="1064361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“연구원이 실험실에서 시험관을 들여다보는 모습, 미디엄 샷, 아이레벨, 밝은 실내조명, 사실적인 다큐멘터리 스타일”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변환 실습 예시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한 구간을 프롬프트로 바꿔보면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1253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2296" cy="1253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95348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대본 원문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83663"/>
            <a:ext cx="1064361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[CG: 완두콩 줄기세포 보호 성분 연구 과정]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12643"/>
            <a:ext cx="11091672" cy="114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  영상문법으로 구체화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프롬프트로 완성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48640" y="4422267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422267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“연구원의 손이 완두콩에서 추출한 시료를 현미경 아래 놓는 모습, 클로즈업, 하이앵글, 실험실 조명, 사실적인 과학 다큐멘터리 스타일, 배경은 흐리게 처리”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제작 · 도메인별 규격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소재, 세 가지 규격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3205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32052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· 2분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16:9 (1920×1080)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863088"/>
            <a:ext cx="313944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방송·유튜브 가로 영상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앵커멘트 → 리포트 → 클로징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자막은 하단 안전영역, 출처 표기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플랫폼: 방송, 유튜브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3205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32052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· 1분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(1080×1080)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863088"/>
            <a:ext cx="31394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광고형: 훅 → 소구점 → 근거 → 행동 유도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자막은 중앙에 크고 짧게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컷에 행동 유도 문구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플랫폼: 인스타 피드, 광고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3205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32052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· 30초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9:16 (1080×1920)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863088"/>
            <a:ext cx="31394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3초에 시선 잡기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구어체 자막, 컷은 짧게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상·하단 UI 영역을 피해 자막 배치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플랫폼: 쇼츠, 릴스, 틱톡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210048"/>
            <a:ext cx="11091672" cy="9712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5210048"/>
            <a:ext cx="10689336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규격이 바뀌면 구성, 자막 위치, 컷 길이가 달라집니다. 화면비는 AI 생성 단계와 Premiere 시퀀스 설정에서 처음부터 맞춰 둡니다.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제작 · 도메인별 구성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구성 요령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18495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(2분)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97963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앵커멘트 → 본문(자료화면·CG) → 클로징. 팩트 중심, 출처는 자막으로 표기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18495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(1분, 광고형)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497963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→ 소구점 하나 → 근거 → 행동 유도. 자료에 없는 효능·수치는 넣지 않음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18495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(30초)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497963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3초 후킹 → 핵심 3컷 → 마무리 한 줄. 인기·순위를 단정하지 않음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854323"/>
            <a:ext cx="3587496" cy="18495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54323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4055491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길이 감각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512056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3~5초, 브랜드 2~4초, 트렌드 1~2초 — 짧을수록 템포가 빠르다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00728" y="3854323"/>
            <a:ext cx="3587496" cy="184950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00728" y="3854323"/>
            <a:ext cx="82296" cy="184950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7616" y="4055491"/>
            <a:ext cx="313944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주의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4547616" y="4512056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실존 인물·브랜드 로고 생성 금지, AI 생성물 표기 (1주차 저작권·표시광고 기준)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제작 · 흐름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대본에서 완성본까지 — 영상 3편 공통 흐름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2484882" cy="27965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293620"/>
            <a:ext cx="1973047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도메인별 대본 3편 (뉴스 2분, 브랜드 1분, 트렌드 30초)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033522" y="1577340"/>
            <a:ext cx="384048" cy="279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17570" y="1577340"/>
            <a:ext cx="2484882" cy="27965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757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387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3563874" y="2293620"/>
            <a:ext cx="1973047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프롬프트·AI 소스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지시를 프롬프트로 바꿔 화면비에 맞는 이미지·영상 생성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902452" y="1577340"/>
            <a:ext cx="384048" cy="279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86500" y="1577340"/>
            <a:ext cx="2484882" cy="27965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650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280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6432804" y="2293620"/>
            <a:ext cx="1973047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조립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화면비별 시퀀스 설정, 컷 배열, 내레이션, 기본 자막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771382" y="1577340"/>
            <a:ext cx="384048" cy="279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55430" y="1577340"/>
            <a:ext cx="2484882" cy="27965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5430" y="1577340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01734" y="1723644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9301734" y="2293620"/>
            <a:ext cx="19730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내보내기·점검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규격 점검표로 확인 후 MP4 출력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48640" y="4538472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53847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목표는 3편 모두 끝까지 완성해 보는 것입니다. 컷 다듬기, 색보정, 사운드 정리는 6주차 Premiere 실습에서 이어갑니다.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5주차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실습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8686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대본 3편을 규격에 맞는 영상으로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81480"/>
            <a:ext cx="6035040" cy="184277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81480"/>
            <a:ext cx="5577840" cy="1842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A. 영상문법 용어 익히기 퀴즈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B. 도메인별 대본(뉴스·브랜드·트렌드)에서 화면 지시 구간을 골라 AI 생성 프롬프트로 변환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C. Premiere로 영상 3편을 조립하고 규격 점검표로 확인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661410"/>
            <a:ext cx="6035040" cy="5880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61410"/>
            <a:ext cx="5577840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현장탐방 안내 (8h)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386580"/>
            <a:ext cx="6035040" cy="121539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86580"/>
            <a:ext cx="5577840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뉴스데스크 견학 — 이번 주 배운 영상문법이 실제 방송 현장에서 어떻게 쓰이는지 직접 확인합니다. 일정·장소는 별도 공지됩니다.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858000" y="2011680"/>
            <a:ext cx="4782312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011680"/>
            <a:ext cx="4782312" cy="73152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22402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예고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834640"/>
            <a:ext cx="423367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— AI 협업 뉴스 영상 제작 및 자동화 (2/4): Premiere 편집실무, 5주차 영상 3편을 가편집·본편집으로 다듬기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5주차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5주차 강의안</dc:title>
  <dc:subject>PptxGenJS Presentation</dc:subject>
  <dc:creator>PptxGenJS</dc:creator>
  <cp:lastModifiedBy>PptxGenJS</cp:lastModifiedBy>
  <cp:revision>1</cp:revision>
  <dcterms:created xsi:type="dcterms:W3CDTF">2026-10-16T01:44:56Z</dcterms:created>
  <dcterms:modified xsi:type="dcterms:W3CDTF">2026-10-16T01:44:56Z</dcterms:modified>
</cp:coreProperties>
</file>