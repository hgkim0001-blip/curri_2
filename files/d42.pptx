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640080"/>
            <a:ext cx="5852160" cy="58521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82880"/>
            <a:ext cx="6766560" cy="67665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097280"/>
            <a:ext cx="457200" cy="32004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3108960"/>
            <a:ext cx="548640" cy="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09360" y="4846320"/>
            <a:ext cx="457200" cy="27432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12주차 · ⑧ AI 기반 데이터 탐사보도 및 기사 자동화 (핵심 16h + 프로젝트2 착수 24h)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005840"/>
            <a:ext cx="6035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탐사보도 시작하기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 rot="-360000">
            <a:off x="5943600" y="2743200"/>
            <a:ext cx="5760720" cy="17907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-360000">
            <a:off x="6126480" y="2743200"/>
            <a:ext cx="539496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기반 데이터 탐사보도 및 기사 자동화 — 프로젝트2(5분 정보다큐) 착수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12주차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GOALS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시간 목표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11091672" cy="911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68680" cy="911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840230"/>
            <a:ext cx="868680" cy="911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913382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진위 판별 총정리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315718"/>
            <a:ext cx="983894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9~11주차에 배운 할루시네이션·RAG·팩트체크 원리를 '탐사보도'에 적용한다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2825242"/>
            <a:ext cx="11091672" cy="127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25242"/>
            <a:ext cx="868680" cy="127508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825242"/>
            <a:ext cx="868680" cy="127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898394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탐사기획 방법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300730"/>
            <a:ext cx="983894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자유주제(산업·브랜드·트렌드·사회현상)를 데이터로 뒷받침하는 기획법을 익힌다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4173474"/>
            <a:ext cx="11091672" cy="911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173474"/>
            <a:ext cx="868680" cy="911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173474"/>
            <a:ext cx="868680" cy="911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246626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기사 자동화 파이프라인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648962"/>
            <a:ext cx="983894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 배운 도구들을 하나의 흐름으로 통합해서 쓴다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48640" y="5158486"/>
            <a:ext cx="11091672" cy="911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158486"/>
            <a:ext cx="868680" cy="911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158486"/>
            <a:ext cx="868680" cy="911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5231638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프로젝트2 착수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633974"/>
            <a:ext cx="983894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프로젝트1보다 깊은 취재가 필요한 5분 정보다큐를 기획한다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8686800" cy="86868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480560"/>
            <a:ext cx="3291840" cy="329184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12주차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-182880" y="274320"/>
            <a:ext cx="6035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0" b="1" spc="-14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3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2860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정보 진위 판별 총정리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108960"/>
            <a:ext cx="5486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9~11주차 원리를 '탐사보도'라는 실전 무대에 적용한다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 배운 판별 원리, 다시 정리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694180"/>
            <a:ext cx="3587496" cy="174434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94180"/>
            <a:ext cx="82296" cy="174434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895348"/>
            <a:ext cx="313944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원리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288413"/>
            <a:ext cx="313944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내용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00728" y="1694180"/>
            <a:ext cx="3587496" cy="174434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0728" y="1694180"/>
            <a:ext cx="82296" cy="174434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7616" y="1895348"/>
            <a:ext cx="313944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사례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547616" y="2251837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할루시네이션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547616" y="2709037"/>
            <a:ext cx="313944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근거 없이도 그럴듯하게 지어낼 수 있다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52816" y="1694180"/>
            <a:ext cx="3587496" cy="174434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2816" y="1694180"/>
            <a:ext cx="82296" cy="1744345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9704" y="1895348"/>
            <a:ext cx="313944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관계자 코멘트 지어내기 사례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299704" y="2251837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299704" y="2709037"/>
            <a:ext cx="313944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출처를 찾아본 뒤 답하면 근거를 표시할 수 있다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3603117"/>
            <a:ext cx="11091672" cy="57505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3603117"/>
            <a:ext cx="10689336" cy="57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NotebookLM, LangChain 데모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4342765"/>
            <a:ext cx="3587496" cy="185204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342765"/>
            <a:ext cx="82296" cy="185204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5528" y="4543933"/>
            <a:ext cx="313944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절대규칙 설계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" y="4936998"/>
            <a:ext cx="313944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'없으면 없다고 말하라'를 명시하면 지어내지 않는다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00728" y="4342765"/>
            <a:ext cx="3587496" cy="185204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00728" y="4342765"/>
            <a:ext cx="82296" cy="185204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47616" y="4543933"/>
            <a:ext cx="313944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방송뉴스원고작성봇 v1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4547616" y="4900422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사람의 최종검증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4547616" y="5357622"/>
            <a:ext cx="313944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도구가 아무리 좋아져도 마지막은 사람이 본다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52816" y="4342765"/>
            <a:ext cx="3587496" cy="185204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52816" y="4342765"/>
            <a:ext cx="82296" cy="185204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99704" y="4543933"/>
            <a:ext cx="313944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팩트체크 실습 전체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8299704" y="4936998"/>
            <a:ext cx="313944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탐사보도는 이 네 가지가 가장 가혹하게 시험받는 분야입니다 — 취재 대상이 데이터를 숨기거나, 유리하게 왜곡할 유인이 있기 때문입니다.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8686800" cy="86868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480560"/>
            <a:ext cx="3291840" cy="329184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12주차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-182880" y="274320"/>
            <a:ext cx="6035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0" b="1" spc="-14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3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286000"/>
            <a:ext cx="5760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기반 탐사기획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230880"/>
            <a:ext cx="5486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리포트(프로젝트1)보다 한 단계 깊은 취재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리포트 vs 탐사보도 — 무엇이 달라지는가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36800"/>
            <a:ext cx="11091672" cy="76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85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프로젝트1 (이슈 리포트)</a:t>
            </a:r>
            <a:endParaRPr lang="en-US" sz="2185" dirty="0"/>
          </a:p>
          <a:p>
            <a:pPr algn="l" indent="0" marL="0">
              <a:buNone/>
            </a:pPr>
            <a:r>
              <a:rPr lang="en-US" sz="2185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분량: 3분 이내</a:t>
            </a:r>
            <a:endParaRPr lang="en-US" sz="2185" dirty="0"/>
          </a:p>
        </p:txBody>
      </p:sp>
      <p:sp>
        <p:nvSpPr>
          <p:cNvPr id="10" name="Shape 8"/>
          <p:cNvSpPr/>
          <p:nvPr/>
        </p:nvSpPr>
        <p:spPr>
          <a:xfrm>
            <a:off x="548640" y="3178480"/>
            <a:ext cx="11091672" cy="500761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178480"/>
            <a:ext cx="10908792" cy="5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성격: 속보성 — 이미 벌어진 이슈를 데이터로 빠르게 정리·전달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52393"/>
            <a:ext cx="11091672" cy="50076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752393"/>
            <a:ext cx="10908792" cy="5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데이터: 공개된 데이터 1~2개 소스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26306"/>
            <a:ext cx="11091672" cy="76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85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프로젝트2 (정보다큐)</a:t>
            </a:r>
            <a:endParaRPr lang="en-US" sz="2185" dirty="0"/>
          </a:p>
          <a:p>
            <a:pPr algn="l" indent="0" marL="0">
              <a:buNone/>
            </a:pPr>
            <a:r>
              <a:rPr lang="en-US" sz="2185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분량: 5분 이내</a:t>
            </a:r>
            <a:endParaRPr lang="en-US" sz="2185" dirty="0"/>
          </a:p>
        </p:txBody>
      </p:sp>
      <p:sp>
        <p:nvSpPr>
          <p:cNvPr id="15" name="Shape 13"/>
          <p:cNvSpPr/>
          <p:nvPr/>
        </p:nvSpPr>
        <p:spPr>
          <a:xfrm>
            <a:off x="548640" y="5167986"/>
            <a:ext cx="11091672" cy="500761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5167986"/>
            <a:ext cx="10908792" cy="5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성격: 탐사성 — 잘 안 알려진 패턴·문제를 데이터로 직접 발굴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741899"/>
            <a:ext cx="11091672" cy="50076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741899"/>
            <a:ext cx="10908792" cy="5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데이터: 여러 소스 교차 크롤링·분석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탐사 주제의 조건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3587496" cy="3172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937510"/>
            <a:ext cx="3185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데이터로 검증 가능한가 — 느낌이나 주장이 아니라, 실제로 수집·비교할 수 있는 수치가 있는가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300728" y="1840230"/>
            <a:ext cx="3587496" cy="3172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01896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4501896" y="2937510"/>
            <a:ext cx="3185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잘 알려지지 않았는가 — 이미 다 아는 사실을 다시 정리하는 게 아니라, 데이터를 들여다봐야 보이는 패턴인가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052816" y="1840230"/>
            <a:ext cx="3587496" cy="3172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53984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200" dirty="0"/>
          </a:p>
        </p:txBody>
      </p:sp>
      <p:sp>
        <p:nvSpPr>
          <p:cNvPr id="17" name="Text 15"/>
          <p:cNvSpPr txBox="1"/>
          <p:nvPr/>
        </p:nvSpPr>
        <p:spPr>
          <a:xfrm>
            <a:off x="8253984" y="2937510"/>
            <a:ext cx="3185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자유주제 범위 안인가 — 산업·브랜드·트렌드·사회현상 중 하나로, 뉴스에 한정되지 않는다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48640" y="5177790"/>
            <a:ext cx="11091672" cy="97129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5177790"/>
            <a:ext cx="10689336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예시: '우리 동네 배달앱 수수료, 정말 다 같을까?' / '숏폼 트렌드, 실제 조회수 데이터로 보면?' / '전국 미세먼지, 발표 수치와 체감의 차이는?'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크롤링 기획 — 규모가 달라진다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635760"/>
            <a:ext cx="11091672" cy="10373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635760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3주차에 배운 IMPORTXML·API 수집을, 이번엔 '하루짜리 실습'이 아니라 '탐사 기간 내내 쌓이는 데이터'로 확장합니다.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837688"/>
            <a:ext cx="5463540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37688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" y="3038856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단발성 수집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3527171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그날 하루 데이터만 확인 (예: 오늘 날씨, 오늘 박스오피스)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76772" y="2837688"/>
            <a:ext cx="5463540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6772" y="2837688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23660" y="3038856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수집 (탐사보도용)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6423660" y="3527171"/>
            <a:ext cx="501548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Apps Script 자동 트리거로 여러 날에 걸쳐 데이터를 계속 쌓기 → 추세·패턴이 드러남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4982591"/>
            <a:ext cx="11091672" cy="103733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982591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참고: 10주차에 만든 weather_forecast_auto_collect.js(Apps Script 자동 수집)가 바로 이 '누적 수집'의 실제 사례입니다.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8686800" cy="86868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480560"/>
            <a:ext cx="3291840" cy="329184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12주차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-182880" y="274320"/>
            <a:ext cx="6035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0" b="1" spc="-14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3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2860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노코드 챗봇 기사 자동화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108960"/>
            <a:ext cx="5486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 배운 도구들을 하나의 파이프라인으로 통합한다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 배운 도구, 하나의 흐름으로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694180"/>
            <a:ext cx="11091672" cy="64109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694180"/>
            <a:ext cx="10689336" cy="64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499868"/>
            <a:ext cx="1911096" cy="22542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99868"/>
            <a:ext cx="1911096" cy="189280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" y="2646172"/>
            <a:ext cx="145663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구글시트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IMPORTXML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API / Apps Script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2459736" y="2499868"/>
            <a:ext cx="384048" cy="2254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843784" y="2499868"/>
            <a:ext cx="1911096" cy="22542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43784" y="2499868"/>
            <a:ext cx="1911096" cy="612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0088" y="2646172"/>
            <a:ext cx="1456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정제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2990088" y="3185668"/>
            <a:ext cx="1456639" cy="156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 AI챗봇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(GPTs·Gems·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Projects)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499868"/>
            <a:ext cx="384048" cy="2254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138928" y="2499868"/>
            <a:ext cx="1911096" cy="22542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38928" y="2499868"/>
            <a:ext cx="1911096" cy="61264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85232" y="2646172"/>
            <a:ext cx="1456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팩트체크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5285232" y="3185668"/>
            <a:ext cx="1456639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(RAG 원리 적용)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050024" y="2499868"/>
            <a:ext cx="384048" cy="2254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434072" y="2499868"/>
            <a:ext cx="1911096" cy="22542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34072" y="2499868"/>
            <a:ext cx="1911096" cy="612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0376" y="2646172"/>
            <a:ext cx="1456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기사화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7580376" y="3185668"/>
            <a:ext cx="1456639" cy="941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방송뉴스원고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작성봇 v1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9345168" y="2499868"/>
            <a:ext cx="384048" cy="2254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729216" y="2499868"/>
            <a:ext cx="1911096" cy="22542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29216" y="2499868"/>
            <a:ext cx="1911096" cy="612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75520" y="2646172"/>
            <a:ext cx="1456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시각화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0" y="3185668"/>
            <a:ext cx="1456639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Matplotlib·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Seaborn·Flourish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548640" y="4918710"/>
            <a:ext cx="11091672" cy="97129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" y="4918710"/>
            <a:ext cx="10689336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다섯 단계는 새로운 게 아니라, 3~11주차에 각각 따로 배운 것들입니다. 프로젝트2부터는 이걸 스스로 이어붙여서 씁니다.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8686800" cy="86868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480560"/>
            <a:ext cx="3291840" cy="329184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12주차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-182880" y="274320"/>
            <a:ext cx="6035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0" b="1" spc="-14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33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2860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프로젝트2 착수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291840"/>
            <a:ext cx="5486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정보다큐 — 데이터 크롤링·분석 기반 탐사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프로젝트2 개요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3587496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04139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분량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529713"/>
            <a:ext cx="313944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이내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00728" y="1840230"/>
            <a:ext cx="3587496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0728" y="1840230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7616" y="204139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4547616" y="2529713"/>
            <a:ext cx="313944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자유주제 — 산업·브랜드·사회현상 탐사 (프로젝트1과 다른 주제 권장)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52816" y="1840230"/>
            <a:ext cx="3587496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2816" y="1840230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9704" y="204139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요구사항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8299704" y="2529713"/>
            <a:ext cx="313944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크롤링·분석에 기반한 탐사 — 단순 정리가 아니라 '발굴'이어야 함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8640" y="3985133"/>
            <a:ext cx="3587496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985133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4186301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" y="4674616"/>
            <a:ext cx="313944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프로젝트 중 2단계 (프로젝트1보다 깊은 취재)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300728" y="3985133"/>
            <a:ext cx="3587496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00728" y="3985133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47616" y="4186301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목표</a:t>
            </a:r>
            <a:endParaRPr lang="en-US" sz="2500" dirty="0"/>
          </a:p>
        </p:txBody>
      </p:sp>
      <p:sp>
        <p:nvSpPr>
          <p:cNvPr id="28" name="Text 26"/>
          <p:cNvSpPr txBox="1"/>
          <p:nvPr/>
        </p:nvSpPr>
        <p:spPr>
          <a:xfrm>
            <a:off x="4547616" y="4674616"/>
            <a:ext cx="313944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선정 + 데이터 출처·크롤링 계획 세우기 (제작은 13주차에 완성)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실습 안내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11091672" cy="40386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2296" cy="403867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041398"/>
            <a:ext cx="1064361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프로젝트2 기획서 작성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529713"/>
            <a:ext cx="10643616" cy="181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탐사 주제와 선정 이유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확인하려는 가설(질문) — '~일 것이다'를 데이터로 검증할 문장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데이터 출처와 수집 방법 (단발성 vs 누적 수집 중 선택)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팩트체크 계획 (교차검증할 소스 최소 2개)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제작 일정 (13주차 완성까지)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12주차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핵심 정리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탐사보도는 지금까지 배운 '진위 판별' 원리가 가장 필요한 분야다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2336800"/>
            <a:ext cx="11091672" cy="67411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36800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탐사 주제는 데이터로 검증 가능하고, 잘 알려지지 않은 것이다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175508"/>
            <a:ext cx="11091672" cy="103733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175508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프로젝트2부터는 지금까지 배운 도구를 스스로 이어붙여 하나의 파이프라인으로 쓴다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7436"/>
            <a:ext cx="11091672" cy="16170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377436"/>
            <a:ext cx="82296" cy="161709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" y="4578604"/>
            <a:ext cx="1064361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주는 기획까지 — 제작·완성은 13주차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5066919"/>
            <a:ext cx="10643616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시간(13주차): 프로젝트2 완성·발표 + ⑥ 데이터 시각화(Matplotlib·Seaborn+Flourish) 착수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12주차 강의안</dc:title>
  <dc:subject>PptxGenJS Presentation</dc:subject>
  <dc:creator>PptxGenJS</dc:creator>
  <cp:lastModifiedBy>PptxGenJS</cp:lastModifiedBy>
  <cp:revision>1</cp:revision>
  <dcterms:created xsi:type="dcterms:W3CDTF">2026-10-16T01:44:17Z</dcterms:created>
  <dcterms:modified xsi:type="dcterms:W3CDTF">2026-10-16T01:44:17Z</dcterms:modified>
</cp:coreProperties>
</file>