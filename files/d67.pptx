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0584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 다큐멘터리 완성,</a:t>
            </a:r>
            <a:endParaRPr lang="en-US" sz="5200" dirty="0"/>
          </a:p>
          <a:p>
            <a:pPr indent="0" marL="0">
              <a:buNone/>
            </a:pPr>
            <a:r>
              <a:rPr lang="en-US" sz="5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수료식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3462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32h (1~4일차)  +  종합 상영·발표·수료식 8h (5일차)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426464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6052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84832" y="4160520"/>
            <a:ext cx="1426464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84832" y="416052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21024" y="4160520"/>
            <a:ext cx="1426464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21024" y="416052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37760"/>
            <a:ext cx="530352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 3분 → 정보프로그램 → 시사 다큐 10분 이내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AI 기반 데이터 저널리스트 양성 과정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· 이번 주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목표 — 완성하고, 검수하고, 함께 본다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54635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868680" cy="594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111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684272"/>
            <a:ext cx="42108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다큐답게 편집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934208"/>
            <a:ext cx="421081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호흡·현장음·여운으로 정보프로그램과 다른 리듬을 만든다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78632"/>
            <a:ext cx="5463540" cy="79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78632"/>
            <a:ext cx="868680" cy="79248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278632"/>
            <a:ext cx="8686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351784"/>
            <a:ext cx="42108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사운드와 모션 마감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601720"/>
            <a:ext cx="421081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내레이션·인터뷰·음악·환경음을 정리하고 타이틀·자막 그래픽을 통일한다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6772" y="2611120"/>
            <a:ext cx="54635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6772" y="2611120"/>
            <a:ext cx="868680" cy="594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6772" y="26111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228332" y="2684272"/>
            <a:ext cx="42108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표기·근거 최종 검수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28332" y="2934208"/>
            <a:ext cx="421081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표기 누락과 데이터 출처를 점검하고 최종 렌더한다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6772" y="3278632"/>
            <a:ext cx="54635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6772" y="3278632"/>
            <a:ext cx="868680" cy="594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6772" y="3278632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7228332" y="3351784"/>
            <a:ext cx="42108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상영·발표·수료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228332" y="3601720"/>
            <a:ext cx="421081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프로젝트1·2·3을 함께 상영하고 발표하며 과정을 마무리한다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217416"/>
            <a:ext cx="5463540" cy="11681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217416"/>
            <a:ext cx="82296" cy="116814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" y="4418584"/>
            <a:ext cx="50154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 프로젝트3 완성 32h  (1~4일차)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" y="4748149"/>
            <a:ext cx="501548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6772" y="4217416"/>
            <a:ext cx="5463540" cy="116814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6772" y="4217416"/>
            <a:ext cx="82296" cy="116814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23660" y="4418584"/>
            <a:ext cx="50154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수료식 8h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(5일차)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23660" y="4986274"/>
            <a:ext cx="501548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550154"/>
            <a:ext cx="11091672" cy="5090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" y="5550154"/>
            <a:ext cx="1068933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 프로젝트3 = 15주차 40h + 16주차 32h = 72h  /  16주차 나머지 8h = 수료식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다큐 편집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시퀀스마다 호흡이 다르다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3050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 · MBC 미디어캠퍼스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14550"/>
          <a:ext cx="11091672" cy="914400"/>
        </p:xfrm>
        <a:graphic>
          <a:graphicData uri="http://schemas.openxmlformats.org/drawingml/2006/table">
            <a:tbl>
              <a:tblPr/>
              <a:tblGrid>
                <a:gridCol w="3672042"/>
                <a:gridCol w="7419630"/>
              </a:tblGrid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시퀀스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편집 포인트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S#1 프롤로그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상징 이미지를 느린 호흡으로. 질문을 던지되 답을 주지 않는다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S#2 타이틀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프롤로그의 여운 위에 제목을 얹는다 — 음악·소리를 끊지 않는다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S#3 도입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누구의 어떤 이야기인지 짧게. 데이터 CG는 한 장, 조용하게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S#4 전개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일상·행위를 관찰하는 리듬. 컷을 길게 가져가고 내레이션은 최소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S#5 전환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소리를 낮추고 사이를 둔다. 이야기가 깊어지는 지점임을 호흡으로 알린다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S#6 절정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인터뷰를 길게 허용(15~20초). 음악은 절제하고 인물의 목소리를 살린다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S#7 에필로그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프롤로그와 짝이 되는 장면으로 닫는다 (수미상관)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다큐 편집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영상을 '하나의 촬영본'처럼 보이게 만들기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76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51660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51660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851660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1924812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톤 통일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235708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클립마다 다른 색·밝기를 Premiere 색보정(Lumetri)으로 맞추고, 같은 시퀀스는 같은 룩으로 통일한다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2646172"/>
            <a:ext cx="11091672" cy="98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46172"/>
            <a:ext cx="868680" cy="98552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646172"/>
            <a:ext cx="868680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719324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 이음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030220"/>
            <a:ext cx="9838944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얼굴이 미묘하게 달라지는 이음새는 컷어웨이(자료화면·손·풍경)로 가린다. 같은 인물이 이어지는 컷은 줄인다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704844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04844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704844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777996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소리로 채우기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088892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영상은 현장음이 없다. 환경음·효과음을 깔아 공간감을 만든다 — 다큐의 '현장 느낌'은 소리에서 온다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499356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499356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499356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572508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질감 정리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4883404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지나치게 매끈하면 CG처럼 보인다. 약한 입자감·자연스러운 색으로 일관성만 확보하고 과한 보정은 피한다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367020"/>
            <a:ext cx="11091672" cy="5750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5367020"/>
            <a:ext cx="10689336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영상임을 숨기려고 다듬는 것이 아니라, 관객이 이야기에 집중하도록 다듬는 것 — 표기는 그대로 남긴다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사운드·모션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사운드는 네 개의 층으로 정리한다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428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26920"/>
            <a:ext cx="5463540" cy="897636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26920"/>
            <a:ext cx="82296" cy="8976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228088"/>
            <a:ext cx="501548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내레이션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541778"/>
            <a:ext cx="5015484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음성. 다큐는 최소로, 필요한 정보만. 낭독 구간은 'AI 음성 낭독' 표기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6772" y="2026920"/>
            <a:ext cx="5463540" cy="897636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6772" y="2026920"/>
            <a:ext cx="82296" cy="8976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3660" y="2228088"/>
            <a:ext cx="501548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음성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2541778"/>
            <a:ext cx="5015484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인물의 발언. 15~20초 안팎으로 길게 허용. 'AI 생성 가상 인물' 표기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89148"/>
            <a:ext cx="5463540" cy="897636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089148"/>
            <a:ext cx="82296" cy="8976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3290316"/>
            <a:ext cx="501548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음악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604006"/>
            <a:ext cx="5015484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장면의 정서를 받쳐 주되 대사보다 앞서지 않는다. 라이선스를 기록해 둔다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6772" y="3089148"/>
            <a:ext cx="5463540" cy="897636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6772" y="3089148"/>
            <a:ext cx="82296" cy="8976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23660" y="3290316"/>
            <a:ext cx="501548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환경음·효과음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23660" y="3604006"/>
            <a:ext cx="5015484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공간감을 만드는 소리. AI 영상에는 현장음이 없으므로 직접 깔아야 한다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51376"/>
            <a:ext cx="11091672" cy="15316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151376"/>
            <a:ext cx="82296" cy="153162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" y="4352544"/>
            <a:ext cx="106436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믹싱 원칙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" y="4629658"/>
            <a:ext cx="1064361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사람의 목소리가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항상 먼저 들린다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" y="5300218"/>
            <a:ext cx="10643616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음악과 환경음은 목소리 아래로. 헤드폰뿐 아니라 스피커로도 한 번 들어 본다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847588"/>
            <a:ext cx="11091672" cy="49250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5847588"/>
            <a:ext cx="10689336" cy="492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음원은 무료 라이선스 음원 또는 AI 생성 음악을 쓰고, 곡명·출처·라이선스를 엔딩 크레딧에 남긴다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사운드·모션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Effects로 통일감 있는 그래픽 세트 만들기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11091672" cy="689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868680" cy="689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11120"/>
            <a:ext cx="86868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684272"/>
            <a:ext cx="98389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타이틀 (S#2)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979928"/>
            <a:ext cx="98389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프롤로그의 여운 위에 얹는 조용한 제목. 글자 등장은 느리게, 효과는 최소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373882"/>
            <a:ext cx="11091672" cy="689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73882"/>
            <a:ext cx="868680" cy="689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373882"/>
            <a:ext cx="86868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447034"/>
            <a:ext cx="98389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인물·장소 자막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742690"/>
            <a:ext cx="98389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 이름(가명)·장소 표기용 하단 자막. 한 종류로 통일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136644"/>
            <a:ext cx="11091672" cy="689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36644"/>
            <a:ext cx="868680" cy="689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136644"/>
            <a:ext cx="86868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209796"/>
            <a:ext cx="98389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표기 그래픽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505452"/>
            <a:ext cx="98389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'AI 생성 가상 인물' · 'AI 재구성 영상' · 'AI 음성 낭독' — 위치·글자 크기 통일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899406"/>
            <a:ext cx="11091672" cy="6896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899406"/>
            <a:ext cx="868680" cy="689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899406"/>
            <a:ext cx="86868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972558"/>
            <a:ext cx="98389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CG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5268214"/>
            <a:ext cx="98389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방식 그대로. 출처·기준 시점 자막바, 한 번에 숫자 하나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735320"/>
            <a:ext cx="11091672" cy="55854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5735320"/>
            <a:ext cx="10689336" cy="558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그래픽은 한 번 만들어 모든 시퀀스에 복사해서 쓴다 — 위치가 달라지면 신뢰가 흔들린다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최종 검수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렌더 전 최종 검수 — 표기, 근거, 권리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844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 · MBC 미디어캠퍼스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8500"/>
          <a:ext cx="11091672" cy="914400"/>
        </p:xfrm>
        <a:graphic>
          <a:graphicData uri="http://schemas.openxmlformats.org/drawingml/2006/table">
            <a:tbl>
              <a:tblPr/>
              <a:tblGrid>
                <a:gridCol w="3166366"/>
                <a:gridCol w="7925306"/>
              </a:tblGrid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점검 내용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64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표기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가상 인물 인터뷰 전체, AI 재구성 영상 시작 지점, AI 음성 낭독 구간에 표기가 빠지지 않았다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금지 사항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실존 인물의 얼굴·목소리, 실제 업체명·로고, 특정 실제 사건·피해자의 재현이 들어가지 않았다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64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데이터·근거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CG에 출처·기준 시점·단위가 있고, 숫자 5점검(세는 대상·기준 시점·분모·1차 출처·근거 없는 단정 금지)을 마쳤다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 자료를 낭독한 문장은 원문과 대조했고 출처를 밝혔다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음악·소스 권리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사용한 음원·이미지·영상의 라이선스를 기록했고, 크레딧에 남겼다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엔딩 크레딧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사용한 AI 도구와 제작 방식(어느 부분을 AI로 만들었는지)이 명시되어 있다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최종 검수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렌더와 제출 — 마지막 30분의 체크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2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10080"/>
            <a:ext cx="2484882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10080"/>
            <a:ext cx="2484882" cy="4754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2056384"/>
            <a:ext cx="19730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표기·근거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2458720"/>
            <a:ext cx="1973047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검수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17570" y="1910080"/>
            <a:ext cx="2484882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7570" y="1910080"/>
            <a:ext cx="2484882" cy="4754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3874" y="2056384"/>
            <a:ext cx="19730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렌더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63874" y="2458720"/>
            <a:ext cx="1973047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MP4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86500" y="1910080"/>
            <a:ext cx="2484882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6500" y="1910080"/>
            <a:ext cx="2484882" cy="4754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2804" y="2056384"/>
            <a:ext cx="19730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처음부터 끝까지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32804" y="2458720"/>
            <a:ext cx="1973047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재생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55430" y="1910080"/>
            <a:ext cx="2484882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55430" y="1910080"/>
            <a:ext cx="2484882" cy="4754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01734" y="2056384"/>
            <a:ext cx="19730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제출·백업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21432"/>
          <a:ext cx="11091672" cy="914400"/>
        </p:xfrm>
        <a:graphic>
          <a:graphicData uri="http://schemas.openxmlformats.org/drawingml/2006/table">
            <a:tbl>
              <a:tblPr/>
              <a:tblGrid>
                <a:gridCol w="3402013"/>
                <a:gridCol w="7689659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강의 기준 (권장)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영상 규격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1920×1080 · 16:9 · MP4(H.264)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길이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10분 이내 (엔딩 크레딧 포함 여부는 반 기준으로 통일)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파일 이름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작품명_이름_최종.mp4 처럼 반에서 하나로 통일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재생 확인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소리 싱크, 표기 누락, 자막 오탈자를 처음부터 끝까지 확인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48640" y="5843524"/>
            <a:ext cx="11091672" cy="49250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5843524"/>
            <a:ext cx="10689336" cy="492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렌더 후 파일을 고치지 말고, 고칠 것이 보이면 프로젝트로 돌아가 다시 렌더한다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운영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32시간 + 수료식 8시간 (권장안)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844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8500"/>
            <a:ext cx="1911096" cy="319913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68500"/>
            <a:ext cx="1911096" cy="871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2114804"/>
            <a:ext cx="1456639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1일차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마감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2913380"/>
            <a:ext cx="1456639" cy="224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러프컷 → 정편집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시퀀스별 호흡 정리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클립 톤 통일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컷어웨이·이음새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843784" y="1968500"/>
            <a:ext cx="1911096" cy="319913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43784" y="1968500"/>
            <a:ext cx="1911096" cy="871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90088" y="2114804"/>
            <a:ext cx="1456639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2일차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사운드·모션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2913380"/>
            <a:ext cx="1456639" cy="196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내레이션·인터뷰 정리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음악·환경음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 타이틀·자막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그래픽 통일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138928" y="1968500"/>
            <a:ext cx="1911096" cy="319913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1968500"/>
            <a:ext cx="1911096" cy="11612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85232" y="2114804"/>
            <a:ext cx="14566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3일차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CG·표기 삽입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285232" y="3202940"/>
            <a:ext cx="1456639" cy="196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CG 삽입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표기 전 구간 적용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가편집 v2 완성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중간 검수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434072" y="1968500"/>
            <a:ext cx="1911096" cy="319913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4072" y="1968500"/>
            <a:ext cx="1911096" cy="11612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0376" y="2114804"/>
            <a:ext cx="14566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4일차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검수·렌더·준비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80376" y="3202940"/>
            <a:ext cx="1456639" cy="140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 상호 검수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수정·렌더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자료·리허설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제출·백업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729216" y="1968500"/>
            <a:ext cx="1911096" cy="319913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9216" y="1968500"/>
            <a:ext cx="1911096" cy="8717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75520" y="2114804"/>
            <a:ext cx="1456639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5일차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수료식 8h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2913380"/>
            <a:ext cx="1456639" cy="168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프로젝트1·2·3 상영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 발표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강평·회고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수료식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5332222"/>
            <a:ext cx="11091672" cy="6080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5332222"/>
            <a:ext cx="1068933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8h × 4일 = 프로젝트3 완성 32h  /  5일차 8h = 종합 상영·발표·수료식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발표·평가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발표는 작품 상영 후 3분 — 다섯 가지를 말한다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7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11120"/>
            <a:ext cx="55092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11120"/>
            <a:ext cx="868680" cy="594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111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684272"/>
            <a:ext cx="43662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주제문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934208"/>
            <a:ext cx="4366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작품은 ○○을 통해 △△을 말한다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78632"/>
            <a:ext cx="55092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78632"/>
            <a:ext cx="868680" cy="594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278632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351784"/>
            <a:ext cx="43662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의도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601720"/>
            <a:ext cx="4366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문제를, 왜 이 인물로 좁혔는가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46144"/>
            <a:ext cx="55092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46144"/>
            <a:ext cx="868680" cy="594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946144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019296"/>
            <a:ext cx="43662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데이터와 근거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269232"/>
            <a:ext cx="4366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데이터가 이야기를 뒷받침하는가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31052" y="2611120"/>
            <a:ext cx="5509260" cy="79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31052" y="2611120"/>
            <a:ext cx="868680" cy="79248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31052" y="2611120"/>
            <a:ext cx="8686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7182612" y="2684272"/>
            <a:ext cx="43662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제작 방식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182612" y="2934208"/>
            <a:ext cx="43662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부분을 어떤 도구로 만들었고, 표기 원칙을 어떻게 지켰는가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31052" y="3476752"/>
            <a:ext cx="55092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31052" y="3476752"/>
            <a:ext cx="868680" cy="594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31052" y="3476752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3" name="Text 31"/>
          <p:cNvSpPr txBox="1"/>
          <p:nvPr/>
        </p:nvSpPr>
        <p:spPr>
          <a:xfrm>
            <a:off x="7182612" y="3549904"/>
            <a:ext cx="43662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아쉬운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82612" y="3799840"/>
            <a:ext cx="4366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만든다면 무엇을 바꾸겠는가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595368"/>
            <a:ext cx="11091672" cy="167982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595368"/>
            <a:ext cx="82296" cy="1679829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4686808"/>
            <a:ext cx="108630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시간 (권장)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4979797"/>
            <a:ext cx="10863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상영 10분 이내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발표 3분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질의응답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5985637"/>
            <a:ext cx="1086307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제작 방식 설명이 평가의 한 축이다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발표·평가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기준 100점 (제안안)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3050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D5D5D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14550"/>
            <a:ext cx="11091672" cy="62611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14550"/>
            <a:ext cx="868680" cy="6261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114550"/>
            <a:ext cx="86868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20점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187702"/>
            <a:ext cx="9838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주제·기획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452878"/>
            <a:ext cx="983894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주제문이 한 문장으로 서 있고, 한 인물·한 공간·한 시간대로 좁혀졌다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813812"/>
            <a:ext cx="11091672" cy="62611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13812"/>
            <a:ext cx="868680" cy="6261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813812"/>
            <a:ext cx="86868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25점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886964"/>
            <a:ext cx="9838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구성·서사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152140"/>
            <a:ext cx="983894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7시퀀스가 질문→관찰→심화→절정→성찰로 이어지고 전환이 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13074"/>
            <a:ext cx="11091672" cy="62611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513074"/>
            <a:ext cx="868680" cy="6261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513074"/>
            <a:ext cx="86868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20점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586226"/>
            <a:ext cx="9838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데이터·근거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3851402"/>
            <a:ext cx="983894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이야기를 뒷받침하고 출처·기준 시점이 밝혀져 있다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212336"/>
            <a:ext cx="11091672" cy="62611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12336"/>
            <a:ext cx="868680" cy="6261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212336"/>
            <a:ext cx="86868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20점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285488"/>
            <a:ext cx="9838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영상·사운드 완성도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4550664"/>
            <a:ext cx="983894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호흡·톤·사운드가 일관되고 그래픽이 통일되어 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911598"/>
            <a:ext cx="11091672" cy="62611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911598"/>
            <a:ext cx="868680" cy="6261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911598"/>
            <a:ext cx="868680" cy="62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15점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4984750"/>
            <a:ext cx="9838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표기·윤리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600200" y="5249926"/>
            <a:ext cx="983894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규칙을 지켰고 금지 사항이 없으며 제작 방식을 설명했다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684012"/>
            <a:ext cx="11091672" cy="52552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9808" y="5684012"/>
            <a:ext cx="10689336" cy="5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큰 배점은 구성·서사(25점). AI 표기·윤리는 배점과 관계없이 표기 누락을 제출 전에 반드시 바로잡는다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수료식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5일차 수료식 8시간 운영안 (권장 틀)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844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8500"/>
            <a:ext cx="1386459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968500"/>
            <a:ext cx="1386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준비·리허설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35099" y="1968500"/>
            <a:ext cx="1386459" cy="56692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35099" y="1968500"/>
            <a:ext cx="1386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 상영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21558" y="1968500"/>
            <a:ext cx="2079689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21558" y="1968500"/>
            <a:ext cx="20796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 상영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01247" y="1968500"/>
            <a:ext cx="3466148" cy="56692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01247" y="1968500"/>
            <a:ext cx="3466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 상영·발표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67394" y="1968500"/>
            <a:ext cx="1386459" cy="5669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7394" y="1968500"/>
            <a:ext cx="1386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강평·회고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253853" y="1968500"/>
            <a:ext cx="1386459" cy="56692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53853" y="1968500"/>
            <a:ext cx="1386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2700020"/>
            <a:ext cx="3587496" cy="128968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700020"/>
            <a:ext cx="82296" cy="12896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2901188"/>
            <a:ext cx="3139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준비·리허설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194177"/>
            <a:ext cx="3139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1h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" y="3590417"/>
            <a:ext cx="31394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상영 환경(영상·소리) 점검, 진행 순서 확인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00728" y="2700020"/>
            <a:ext cx="3587496" cy="128968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00728" y="2700020"/>
            <a:ext cx="82296" cy="12896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47616" y="2901188"/>
            <a:ext cx="3139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47616" y="3194177"/>
            <a:ext cx="3139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1h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4547616" y="3590417"/>
            <a:ext cx="31394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 3분 — 대표작 또는 전체 상영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52816" y="2700020"/>
            <a:ext cx="3587496" cy="128968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52816" y="2700020"/>
            <a:ext cx="82296" cy="12896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99704" y="2901188"/>
            <a:ext cx="3139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299704" y="3194177"/>
            <a:ext cx="3139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1.5h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299704" y="3590417"/>
            <a:ext cx="31394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정보프로그램 — 대표작 또는 하이라이트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154297"/>
            <a:ext cx="3587496" cy="128968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154297"/>
            <a:ext cx="82296" cy="12896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5528" y="4355465"/>
            <a:ext cx="3139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95528" y="4648454"/>
            <a:ext cx="3139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2.5h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795528" y="5044694"/>
            <a:ext cx="31394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 다큐 상영 + 작품당 발표 3분·질의응답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300728" y="4154297"/>
            <a:ext cx="3587496" cy="128968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00728" y="4154297"/>
            <a:ext cx="82296" cy="12896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47616" y="4355465"/>
            <a:ext cx="3139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강평·회고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4547616" y="4648454"/>
            <a:ext cx="3139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1h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4547616" y="5044694"/>
            <a:ext cx="31394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프로젝트의 성장을 돌아보고 강사 총평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052816" y="4154297"/>
            <a:ext cx="3587496" cy="128968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52816" y="4154297"/>
            <a:ext cx="82296" cy="128968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99704" y="4355465"/>
            <a:ext cx="3139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수료식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8299704" y="4648454"/>
            <a:ext cx="3139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1h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8299704" y="5044694"/>
            <a:ext cx="31394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수료증 수여, 기념 촬영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5608574"/>
            <a:ext cx="11091672" cy="5090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9808" y="5608574"/>
            <a:ext cx="10689336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배분(합계 8h)은 권장안 — 점심·휴식은 반 일정에 맞춰 조정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수료 이후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 이후 — 작품 세 편이 포트폴리오다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2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⑨ 프로젝트3 완성 + 수료식 · MBC 미디어캠퍼스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10080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10080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910080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1983232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작품 세 편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355088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 · 정보프로그램 · 시사 다큐를 한 곳에 정리한다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2831592"/>
            <a:ext cx="11091672" cy="1178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31592"/>
            <a:ext cx="868680" cy="11785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831592"/>
            <a:ext cx="868680" cy="117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904744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기획서·시나리오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276600"/>
            <a:ext cx="983894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작품의 기획서와 시나리오 표, 가상 인물 시트를 함께 보관해 제작 과정을 보여 준다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4083304"/>
            <a:ext cx="11091672" cy="1178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83304"/>
            <a:ext cx="868680" cy="11785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083304"/>
            <a:ext cx="868680" cy="117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156456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과정 기록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528312"/>
            <a:ext cx="983894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수집→정제→팩트체크→스크립트화→영상화 파이프라인과 사용한 AI 도구를 한 장으로 정리한다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48640" y="5335016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335016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335016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408168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공개할 때의 원칙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5780024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표기·출처 자막을 지우지 않는다. 실존 인물·로고·개인정보는 그대로 금지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16주차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16주의 여정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수집에서 영상까지, 한 줄로 이어진 파이프라인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1911096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6800"/>
            <a:ext cx="1911096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2483104"/>
            <a:ext cx="145663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2843784" y="2336800"/>
            <a:ext cx="1911096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3784" y="2336800"/>
            <a:ext cx="1911096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0088" y="2483104"/>
            <a:ext cx="145663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5138928" y="2336800"/>
            <a:ext cx="1911096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38928" y="2336800"/>
            <a:ext cx="1911096" cy="64312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85232" y="2483104"/>
            <a:ext cx="145663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팩트체크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7434072" y="2336800"/>
            <a:ext cx="1911096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2336800"/>
            <a:ext cx="1911096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0376" y="2483104"/>
            <a:ext cx="1456639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스크립트화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9729216" y="2336800"/>
            <a:ext cx="1911096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9216" y="2336800"/>
            <a:ext cx="1911096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75520" y="2483104"/>
            <a:ext cx="145663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영상화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548640" y="3568192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568192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56819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3659632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데이터에서 출발해 이야기로 끝나는 세 편의 작품을 완성했다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548640" y="4189984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189984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18998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281424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만든 것은 밝히고, 숫자는 근거를 확인하는 습관이 남았다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548640" y="4811776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811776"/>
            <a:ext cx="868680" cy="5486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481177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35" name="Text 33"/>
          <p:cNvSpPr txBox="1"/>
          <p:nvPr/>
        </p:nvSpPr>
        <p:spPr>
          <a:xfrm>
            <a:off x="1600200" y="4903216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 → 정보프로그램 → 시사 다큐, 난이도를 세 번 넘었다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548640" y="5506720"/>
            <a:ext cx="11091672" cy="6741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" y="5506720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수료를 축하합니다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16주차 강의안</dc:title>
  <dc:subject>PptxGenJS Presentation</dc:subject>
  <dc:creator>PptxGenJS</dc:creator>
  <cp:lastModifiedBy>PptxGenJS</cp:lastModifiedBy>
  <cp:revision>1</cp:revision>
  <dcterms:created xsi:type="dcterms:W3CDTF">2026-10-16T01:45:26Z</dcterms:created>
  <dcterms:modified xsi:type="dcterms:W3CDTF">2026-10-16T01:45:26Z</dcterms:modified>
</cp:coreProperties>
</file>