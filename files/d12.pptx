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86868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0" b="1" spc="-8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</a:t>
            </a:r>
            <a:endParaRPr lang="en-US" sz="168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69545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도메인에 맞는 뉴스 세팅하기 (2/3)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수집과 정제, 직접 해보기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4937760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수집(구글시트 + Colab API) → ③ 정제(AI 챗봇) 순서로 실습합니다</a:t>
            </a:r>
            <a:endParaRPr lang="en-US" sz="187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74285"/>
            <a:ext cx="4937760" cy="256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5" b="1" spc="-5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도메인에 맞는 뉴스 세팅하기  120h 중 2/3(40h)</a:t>
            </a:r>
            <a:endParaRPr lang="en-US" sz="1615" dirty="0"/>
          </a:p>
        </p:txBody>
      </p:sp>
      <p:sp>
        <p:nvSpPr>
          <p:cNvPr id="14" name="Shape 1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학습 목표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39527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37510"/>
            <a:ext cx="3185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실습: 시트와 코드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821430"/>
            <a:ext cx="318516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검색의 한계를 확인하고, 구글시트 함수와 Colab API 호출 코드(AI와 함께 작성·실행)로 직접 수집한다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39527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1896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4501896" y="293751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챗봇 정제 실습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01896" y="3425190"/>
            <a:ext cx="318516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 만든 도메인 챗봇(Gemini Gems·Claude Projects)으로 수집한 원자료를 다듬어 콘텐츠로 완성한다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39527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3984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8253984" y="293751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연결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53984" y="342519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수집→정제가 실제로 어떻게 이어지는지 손으로 직접 확인한다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복습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이번주는 ②③단계를 직접 해봅니다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5750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94180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2주차에서 개념으로 배운 두 단계를, 이번주는 실제 데이터로 손을 움직여 직접 실습합니다.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3382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3382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58013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기획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33522" y="2433828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417570" y="243382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7570" y="243382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3874" y="258013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563874" y="3058668"/>
            <a:ext cx="1973047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구글시트 IMPORTXML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파이썬(Colab)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02452" y="2433828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86500" y="243382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86500" y="243382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2804" y="258013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정제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32804" y="3058668"/>
            <a:ext cx="19730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표: 시트 함수·Colab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글: 2주차 도메인 챗봇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1382" y="2433828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155430" y="243382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3382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01734" y="258013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인사이트 분석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3966210"/>
            <a:ext cx="2484882" cy="6248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966210"/>
            <a:ext cx="2484882" cy="55168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" y="411251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팩트체크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3033522" y="3966210"/>
            <a:ext cx="384048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417570" y="3966210"/>
            <a:ext cx="2484882" cy="6248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17570" y="3966210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63874" y="411251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스크립트화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902452" y="3966210"/>
            <a:ext cx="384048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286500" y="3966210"/>
            <a:ext cx="2484882" cy="6248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6500" y="3966210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32804" y="411251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영상화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548640" y="4755642"/>
            <a:ext cx="11091672" cy="13675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755642"/>
            <a:ext cx="10689336" cy="136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AI 검색이 아니라 직접 수집하는가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검색은 답을 요약·재서술해서 보여 줍니다. 그 과정에서 틀릴 수 있습니다 — 오늘 직접 비교해 확인합니다.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수집은 원문을 그대로 가져오고 출처·수집일시가 남아, 오류가 생겨도 어디서 틀렸는지 점검할 수 있습니다.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검색은 후보를 찾는 용도, 직접 수집은 근거를 확보하는 용도입니다.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① · 출처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찾을까 — 출처는 3가지로 나눈다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3587496" cy="42451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8148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73304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출처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22072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법령·판결·통계·공식 발표 — 근거는 여기서 확인한다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635760"/>
            <a:ext cx="3587496" cy="42451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1896" y="168148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4501896" y="273304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 보도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01896" y="322072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맥락·현황 파악용 — 날짜와 원문 링크를 함께 확인한다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635760"/>
            <a:ext cx="3587496" cy="42451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3984" y="168148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8253984" y="273304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해설·SNS·커뮤니티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53984" y="322072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단서로만 사용 — 반드시 1차 출처로 되짚어 확인한다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② · 질문 요령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검색, 질문은 이렇게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40230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913382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문장으로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254758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알고 싶은지 한 문장으로 쓴다 (기획서의 What)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698242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98242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98242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771394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기간·범위 정하기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112770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‘최근 1년’, ‘한국’처럼 기준 날짜와 범위를 적는다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556254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56254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556254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29406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요구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970782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유형(공식 기관·언론)과 링크를 함께 달라고 한다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414266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14266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14266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487418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모르면 모른다고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828794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확실하지 않은 내용은 ‘확인 불가’로 표시하게 한다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272278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72278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272278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345430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사실과 해석 구분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686806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답은 출처를 열어 확인하기 전까지 ‘후보’일 뿐이다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③ · AI 검색 도구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 도구 3종과 프롬프트 예시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5463540" cy="11243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953768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Perplexity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78583"/>
            <a:ext cx="501548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문장마다 번호 출처 · 포커스 모드(웹·학술 등)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6772" y="1752600"/>
            <a:ext cx="5463540" cy="11243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752600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953768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Liner (라이너)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378583"/>
            <a:ext cx="501548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문장별 출처 · 학술논문·기간 필터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041523"/>
            <a:ext cx="5463540" cy="26102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41523"/>
            <a:ext cx="82296" cy="26102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242691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Felo (펠로)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667506"/>
            <a:ext cx="501548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정보 수집 · 다국어 지원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6772" y="3041523"/>
            <a:ext cx="5463540" cy="26102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041523"/>
            <a:ext cx="82296" cy="26102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3242691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예시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3667506"/>
            <a:ext cx="50154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[내 주제]에 대해 최근 1년 이내 자료만 찾아줘.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기관·언론 출처를 링크와 함께 표로 정리하고, 확실하지 않은 내용은 ‘확인 불가’로 표시해줘.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도구는 후보를 찾아 줄 뿐, 사실을 보증하지 않습니다.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④ · 예시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— 같은 질문, 이렇게 확인한다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95478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94180"/>
            <a:ext cx="10689336" cy="954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입력한 질문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적용 최저임금에 대해 최근 1년 이내 자료만 찾아줘. 공식 기관·언론 출처를 링크와 함께 표로 정리하고, 확실하지 않은 내용은 ‘확인 불가’로 표시해줘.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13558"/>
          <a:ext cx="11091672" cy="914400"/>
        </p:xfrm>
        <a:graphic>
          <a:graphicData uri="http://schemas.openxmlformats.org/drawingml/2006/table">
            <a:tbl>
              <a:tblPr/>
              <a:tblGrid>
                <a:gridCol w="1672360"/>
                <a:gridCol w="3165046"/>
                <a:gridCol w="2723087"/>
                <a:gridCol w="3531180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검색에서 나온 내용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 (날짜)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내가 확인한 것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10,320원 (전년 대비 2.9% 인상)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언론 보도 (2025.7.11)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보도마다 같은 숫자 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환산액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2,156,880원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언론 보도 (2025.7.11)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10,320원 × 209시간 = 2,156,880원 ✔ 직접 계산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연도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검색에 2027년 적용 10,700원도 함께 나옴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언론 보도 (2026.7.15)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연도가 섞임 — 2026년 적용분과 2027년 적용분을 구분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공식 출처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고용노동부 보도자료·고시 페이지가 검색됨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고용노동부 누리집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본문은 열어서 직접 대조 (자동 접근 제한 사이트)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690870"/>
            <a:ext cx="11091672" cy="52552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5690870"/>
            <a:ext cx="10689336" cy="5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준비 중 웹 검색으로 실행한 예시입니다(2026.10.10). 도구와 시점에 따라 결과는 달라지므로, 오늘은 내 질문으로 직접 비교합니다.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⑤ · 함께 해보기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질문을 세 도구에 넣고 함께 비교한다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577340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77340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577340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650492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쓰기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022348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아이템으로 질문 한 문장을 쓴다 — 방금 본 요령을 적용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2498852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498852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98852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572004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도구에 입력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943860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질문을 Perplexity·Liner·Felo에 그대로 넣는다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420364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20364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420364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49351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기록하기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865372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도구별 답·출처·날짜를 기록표에 적는다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341876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41876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341876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415028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확인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786884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링크를 열어 답이 실제로 있는지, 날짜·수치가 맞는지 대조한다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5263388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63388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263388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336540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정리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708396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도구마다 다른 점, 틀린 점을 같이 찾아 발표한다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⑥ · 한계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검색으로 수집하면 부딪히는 한계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848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94180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67332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요약하다 틀린다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39188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원문을 요약·재서술해 보여 준다 — 그 과정에서 내용이 달라질 수 있다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692"/>
            <a:ext cx="11091672" cy="848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15692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15692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688844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불안정하다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060700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링크와 내용이 맞지 않거나, 홍보·블로그 글이 함께 섞인다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537204"/>
            <a:ext cx="11091672" cy="848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37204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537204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1035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결과가 달라진다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982212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질문도 실행할 때마다 달라져 같은 조건으로 재현할 수 없다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458716"/>
            <a:ext cx="11091672" cy="848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58716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58716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531868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날짜·연도가 섞인다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903724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오래된 자료나 다른 연도 자료가 함께 나온다 (예시: 2026년·2027년 최저임금)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5380228"/>
            <a:ext cx="11091672" cy="848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80228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380228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453380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원문과 기록이 남지 않는다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825236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그대로 저장되지 않고, 수집일시 기록과 표 정리·대량 수집이 어렵다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⑦ · 정리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— AI는 후보를 찾고, 근거는 직접 수집한다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3587496" cy="37913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825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3408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검색의 역할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92176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후보와 링크를 모으는 데까지 — 확인 전까지는 ‘단서’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2336800"/>
            <a:ext cx="3587496" cy="37913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1896" y="23825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4501896" y="343408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출처로 확인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01896" y="392176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사이트·원문에서 직접 대조한다 (⑤ 팩트체크)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2336800"/>
            <a:ext cx="3587496" cy="37913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3984" y="23825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8253984" y="343408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수집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53984" y="392176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원문을 그대로 가져오고 출처·수집일시를 남긴다 — 지금부터 실습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왜 구글시트인가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구글시트로 수집하는가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5463540" cy="21326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213262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불필요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2971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함수 하나(=IMPORTXML)만 셀에 입력하면 끝 — 별도 프로그램 설치·실행 없음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840230"/>
            <a:ext cx="5463540" cy="21326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840230"/>
            <a:ext cx="82296" cy="213262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직접 해보기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529713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URL과 추출 위치(XPath)를 직접 찾아 입력 — 한 번 익히면 다른 페이지에도 응용 가능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137442"/>
            <a:ext cx="5463540" cy="174146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37442"/>
            <a:ext cx="82296" cy="174146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338610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바로 표 형태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826925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수집한 데이터가 셀에 바로 채워져 정제·필터링이 쉬움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4137442"/>
            <a:ext cx="5463540" cy="174146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4137442"/>
            <a:ext cx="82296" cy="174146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338610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826925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계정만 있으면 별도 비용 없이 사용 가능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함수 문법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IMPORTXML 함수 사용법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4023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=IMPORTXML( url , xpath_query 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67893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7893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288010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368421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가져올 웹페이지 주소 (따옴표로 감싸기)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6772" y="267893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6772" y="267893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3660" y="288010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xpath_query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3368421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페이지에서 추출할 위치를 지정하는 경로 — 크롬 개발자도구에서 요소 우클릭 → ‘Copy XPath’로 얻을 수 있음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823841"/>
            <a:ext cx="11091672" cy="14005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823841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xpath와 url 모두 큰따옴표(")로 감쌉니다. 작은따옴표(')가 필요한 경우는 xpath 안에 속성값(예: @id='내용')이 있어 따옴표가 또 필요할 때뿐입니다 — //h1처럼 단순한 경로는 큰따옴표만으로 충분합니다.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흔한 오류와 한계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중 자주 만나는 문제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5463540" cy="21797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21797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501548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#N/A 오류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97963"/>
            <a:ext cx="501548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xpath가 실제 페이지 구조와 다름 — 페이지 구조가 바뀌었거나 요소 선택이 틀림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6772" y="1840230"/>
            <a:ext cx="5463540" cy="21797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840230"/>
            <a:ext cx="82296" cy="21797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2041398"/>
            <a:ext cx="501548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따옴표 오류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497963"/>
            <a:ext cx="5015484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속성값이 있는 xpath(예: [@id=“...”])를 그대로 붙여넣어 큰따옴표가 겹칠 때 발생 — 안쪽만 작은따옴표로 교체. 단순 경로(//h1 등)는 큰따옴표만 쓰면 됨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184523"/>
            <a:ext cx="5463540" cy="18495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84523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385691"/>
            <a:ext cx="501548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‘로드하는 데 시간이 걸림’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842256"/>
            <a:ext cx="501548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시간당 호출 제한 초과 — IMPORTXML 개수를 줄이거나 잠시 후 재시도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76772" y="4184523"/>
            <a:ext cx="5463540" cy="18495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4184523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385691"/>
            <a:ext cx="501548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결과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842256"/>
            <a:ext cx="501548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자바스크립트로 나중에 그려지는 동적 페이지 — IMPORTXML은 정적 HTML만 읽을 수 있음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실전 확인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실전에서 확인한 사이트별 접근성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3587496" cy="1927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2296" cy="19278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953768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연합뉴스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294382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736342"/>
            <a:ext cx="31394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홈페이지·RSS 모두 자동 접근 차단 (robots.txt)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00728" y="1752600"/>
            <a:ext cx="3587496" cy="1927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0728" y="1752600"/>
            <a:ext cx="82296" cy="19278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7616" y="1953768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한국소비자원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47616" y="2294382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4547616" y="2736342"/>
            <a:ext cx="313944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 자동 접근 차단 — 시트 함수 대신 브라우저 기반 수집(TOP5 자료)으로 진행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52816" y="1752600"/>
            <a:ext cx="3587496" cy="1927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2816" y="1752600"/>
            <a:ext cx="82296" cy="19278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9704" y="1953768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정책브리핑 (korea.kr)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9704" y="2294382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8299704" y="2736342"/>
            <a:ext cx="31394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IMPORTXML 성공, 텍스트 공공누리 자유이용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3845052"/>
            <a:ext cx="3587496" cy="1680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845052"/>
            <a:ext cx="82296" cy="168021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046220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식품의약품안전처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386834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4828794"/>
            <a:ext cx="31394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접근 확인됨, 리콜·안전 정보 다수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300728" y="3845052"/>
            <a:ext cx="3587496" cy="1680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00728" y="3845052"/>
            <a:ext cx="82296" cy="168021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47616" y="4046220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기상청 날씨누리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547616" y="4386834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2300" dirty="0"/>
          </a:p>
        </p:txBody>
      </p:sp>
      <p:sp>
        <p:nvSpPr>
          <p:cNvPr id="33" name="Text 31"/>
          <p:cNvSpPr txBox="1"/>
          <p:nvPr/>
        </p:nvSpPr>
        <p:spPr>
          <a:xfrm>
            <a:off x="4547616" y="4828794"/>
            <a:ext cx="313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예보문, 공공저작물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689854"/>
            <a:ext cx="11091672" cy="55854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5689854"/>
            <a:ext cx="10689336" cy="5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테스트해보지 않으면 알 수 없습니다 — 같은 정부 사이트라도 차단 여부가 다릅니다.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합법적 AI 데이터 활용 3원칙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441192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3441192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986534"/>
            <a:ext cx="2833726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합법적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구분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989832" y="1840230"/>
            <a:ext cx="38404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73880" y="1840230"/>
            <a:ext cx="3441192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3880" y="1840230"/>
            <a:ext cx="3441192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0184" y="1986534"/>
            <a:ext cx="2833726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AI 기반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7815072" y="1840230"/>
            <a:ext cx="38404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99120" y="1840230"/>
            <a:ext cx="3441192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840230"/>
            <a:ext cx="3441192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5424" y="1986534"/>
            <a:ext cx="2833726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사람의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548640" y="3071622"/>
            <a:ext cx="5463540" cy="23435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071622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272790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 — AI로 자유롭게 정제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761105"/>
            <a:ext cx="5015484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공공데이터포털·보도자료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증시·경기 등 사실 수치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위키백과, 공유마당(CCL)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본인이 직접 생산한 콘텐츠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76772" y="3071622"/>
            <a:ext cx="5463540" cy="23435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6772" y="3071622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3660" y="3272790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— 사실만 뽑아 내 문장으로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6423660" y="3761105"/>
            <a:ext cx="5015484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언론사 기사 본문 (AI에 넣지 않기)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유료 구독 콘텐츠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AI 학습·활용 금지 명시 저작물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‘변경금지’ 조건의 공공누리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보조 함수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IMPORTHTML · IMPORTFEED도 함께 알아두기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5463540" cy="35917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6800"/>
            <a:ext cx="82296" cy="359176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53796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IMPORTHTML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989707"/>
            <a:ext cx="5015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=IMPORTHTML(url, “table” 또는 “list”, 순번)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995547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안의 표나 목록을 통째로 가져올 때 — xpath보다 훨씬 간단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6772" y="2336800"/>
            <a:ext cx="5463540" cy="35917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2336800"/>
            <a:ext cx="82296" cy="359176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53796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IMPORTFEED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989707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=IMPORTFEED(url)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3538347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언론사·블로그의 RSS 주소만 있으면 최신 글 목록을 자동 수집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코딩으로 수집하는 이유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검색이 아니라 코딩으로 수집하는 이유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577340"/>
            <a:ext cx="5463540" cy="226286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77340"/>
            <a:ext cx="82296" cy="226286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77850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단계가 없다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266823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데이터를 그대로 가져온다 — 앞에서 본 요약·결론 오류가 구조적으로 생기지 않음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577340"/>
            <a:ext cx="5463540" cy="226286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577340"/>
            <a:ext cx="82296" cy="226286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77850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출처·수집일시 저장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26682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언제 가져왔는지 열로 남겨 나중에 다시 확인할 수 있음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004797"/>
            <a:ext cx="5463540" cy="18478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04797"/>
            <a:ext cx="82296" cy="184782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205965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 가능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694280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코드를 다시 돌리면 같은 조건으로 같은 결과가 나옴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4004797"/>
            <a:ext cx="5463540" cy="18478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4004797"/>
            <a:ext cx="82296" cy="184782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205965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가능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694280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오류가 없어지는 것이 아니라, 어디서 틀렸는지 찾아 고칠 수 있게 됨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코딩 수집 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코딩으로 수집하는 4가지 방법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5463540" cy="193704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937042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API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2971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포털 검색 API(네이버), 국가법령정보·공공데이터포털 — 가장 먼저 검토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840230"/>
            <a:ext cx="5463540" cy="193704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840230"/>
            <a:ext cx="82296" cy="1937042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RSS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52971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언론사·기관이 제공하는 최신 글 목록 — 구조가 정해져 있어 안정적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3941864"/>
            <a:ext cx="5463540" cy="193704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41864"/>
            <a:ext cx="82296" cy="1937042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143032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스크래핑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631347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API·RSS가 없을 때만 — robots.txt와 이용약관을 먼저 확인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3941864"/>
            <a:ext cx="5463540" cy="193704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941864"/>
            <a:ext cx="82296" cy="1937042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143032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 API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631347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발굴용 — 결과는 근거가 아닌 단서로 저장하고 원문과 대조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Colab으로 API 호출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Colab에서 API로 데이터 가져오기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9418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requests.get( url , headers=헤더 , params=조건 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273405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headers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222371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인증키(Client ID·Secret) — 코드에 직접 쓰지 않고 Colab 보안 비밀(Secrets)에 저장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6772" y="253288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6772" y="253288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3660" y="273405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params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3222371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검색어(query), 가져올 건수(display), 정렬(sort) 등 — 응답은 JSON, 표(DataFrame)로 바꿔 저장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677791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77791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코드는 AI와 함께 작성하되, 직접 실행해 결과를 확인합니다. 저장할 때 출처 URL·수집일시 열을 꼭 추가합니다.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수집 원칙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 수집에서 지킬 4가지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5463540" cy="213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213262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인증키 보관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29713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코드에 직접 쓰지 않는다 — Colab 보안 비밀(Secrets)에 저장하고 공유 시 제외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840230"/>
            <a:ext cx="5463540" cy="213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840230"/>
            <a:ext cx="82296" cy="213262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예의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52971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제한을 지키고, 짧은 간격으로 반복 호출하지 않는다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137442"/>
            <a:ext cx="5463540" cy="1741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37442"/>
            <a:ext cx="82296" cy="174146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338610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약관·robots.txt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826925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허용된 범위에서만 수집 — 기사 본문 등은 앞의 3원칙(저작권)을 함께 확인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4137442"/>
            <a:ext cx="5463540" cy="1741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4137442"/>
            <a:ext cx="82296" cy="174146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338610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826925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URL·수집일시·검색 조건을 열로 남겨 팩트체크 때 다시 확인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API 키 발급 절차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학생별 API 키 발급, 이렇게 합니다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5463540" cy="19803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9534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가입·본인 인증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83663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개발자센터, 공공데이터포털, 국가법령정보 공동활용 — 서비스마다 각자 가입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694180"/>
            <a:ext cx="5463540" cy="19803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69418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89534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등록·활용신청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38366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사용할 API를 고르고 사용 목적 입력 — 승인이 필요한 서비스는 사전에 신청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3839083"/>
            <a:ext cx="5463540" cy="19803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39083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040251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키 확인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528566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네이버: Client ID·Secret / 공공데이터포털: 인증키(Encoding·Decoding) / 법령: OC 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3839083"/>
            <a:ext cx="5463540" cy="19803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839083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040251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테스트 호출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528566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Colab에서 한 건만 호출해 응답 확인 — 안 되면 승인 상태·키 값·한도 순으로 점검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 · API 키 주의점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키는 내 비밀번호처럼 다룹니다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95376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학생별 개별 발급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4208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키는 개인 계정에 묶여 있음 — 공용 사용·타인에게 전달 금지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752600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75260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95376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 금지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442083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코드·슬라이드·공유 노트북에 직접 쓰지 않고 Colab 보안 비밀(Secrets)에 저장, 유출 시 즉시 재발급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3897503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97503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098671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한도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586986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서비스마다 일일 한도가 있음 — 한 건으로 먼저 테스트하고 반복 호출에는 간격을 둔다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3897503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897503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098671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약관·개인정보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586986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약관 확인, 수집 결과의 실명 등 개인정보는 필요한 항목만 저장·공유 전 점검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정제 · 복습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정제란 무엇이었는지 복습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4023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2주차에서 만든 챗봇을 이번주는 실제 수집 자료로 돌려 봅니다.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678938"/>
            <a:ext cx="5463540" cy="1253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78938"/>
            <a:ext cx="82296" cy="1253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288010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Gems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368421"/>
            <a:ext cx="50154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· 구글 계정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6772" y="2678938"/>
            <a:ext cx="5463540" cy="1253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6772" y="2678938"/>
            <a:ext cx="82296" cy="1253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3660" y="288010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Projects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3368421"/>
            <a:ext cx="50154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 이상 유료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097401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097401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이번주는 새로 만들지 않고, 2주차에 만든 내 도메인 챗봇에 ‘수집한 데이터’를 넣어 정제된 콘텐츠를 뽑아냅니다.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+ ③ 연결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실습 흐름 — 수집에서 정제까지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911096" cy="2739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1794764"/>
            <a:ext cx="1456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553716"/>
            <a:ext cx="145663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구글시트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IMPORTXML로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2459736" y="1694180"/>
            <a:ext cx="384048" cy="273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43784" y="1694180"/>
            <a:ext cx="1911096" cy="2739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088" y="1794764"/>
            <a:ext cx="1456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553716"/>
            <a:ext cx="14566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수집한 표를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복사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694180"/>
            <a:ext cx="384048" cy="273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38928" y="1694180"/>
            <a:ext cx="1911096" cy="2739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5232" y="1794764"/>
            <a:ext cx="1456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553716"/>
            <a:ext cx="14566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챗봇에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붙여넣기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7050024" y="1694180"/>
            <a:ext cx="384048" cy="273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434072" y="1694180"/>
            <a:ext cx="1911096" cy="2739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0376" y="1794764"/>
            <a:ext cx="1456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7580376" y="2553716"/>
            <a:ext cx="1456639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 프롬프트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(역할·구조·톤)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9345168" y="1694180"/>
            <a:ext cx="384048" cy="273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29216" y="1694180"/>
            <a:ext cx="1911096" cy="2739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0" y="1794764"/>
            <a:ext cx="1456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56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2553716"/>
            <a:ext cx="14566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확인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48640" y="4598162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598162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‘도메인별 프롬프트 가이드’의 템플릿을 그대로 재사용합니다. (챗봇은 새로 만들지 않습니다)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실습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86868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→ 정제, 손으로 직접 해보기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739900"/>
            <a:ext cx="6035040" cy="258572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739900"/>
            <a:ext cx="5577840" cy="258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A. 구글시트로 지정된 페이지에서 데이터 수집하기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B. 저작권 유형을 확인한 뒤, 2주차 도메인 챗봇으로 정제해 콘텐츠 완성하기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C. Colab에서 AI와 함께 API 호출 코드를 작성·실행하고, 결과표를 출처·수집일시와 함께 저장하기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47823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11680"/>
            <a:ext cx="4782312" cy="73152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2402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예고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834640"/>
            <a:ext cx="4233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— 도메인에 맞는 뉴스 세팅하기 (3/3)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파인튜닝, AI 생성물 검수·품질개선 [③ 완료 120h]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[MBC 미디어캠퍼스] AI 기반 데이터 저널리스트 양성 과정 · 3주차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3주차 강의안</dc:title>
  <dc:subject>PptxGenJS Presentation</dc:subject>
  <dc:creator>PptxGenJS</dc:creator>
  <cp:lastModifiedBy>PptxGenJS</cp:lastModifiedBy>
  <cp:revision>1</cp:revision>
  <dcterms:created xsi:type="dcterms:W3CDTF">2026-10-16T01:44:37Z</dcterms:created>
  <dcterms:modified xsi:type="dcterms:W3CDTF">2026-10-16T01:44:37Z</dcterms:modified>
</cp:coreProperties>
</file>